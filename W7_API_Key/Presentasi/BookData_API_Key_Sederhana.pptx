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ed3ad4b24a4728" /><Relationship Type="http://schemas.openxmlformats.org/officeDocument/2006/relationships/extended-properties" Target="/docProps/app.xml" Id="R7ef6456c626a4283" /><Relationship Type="http://schemas.openxmlformats.org/officeDocument/2006/relationships/officeDocument" Target="/ppt/presentation.xml" Id="Raf27593576aa462e" /></Relationships>
</file>

<file path=ppt/presentation.xml><?xml version="1.0" encoding="utf-8"?>
<p:presentation xmlns:p="http://schemas.openxmlformats.org/presentationml/2006/main">
  <p:sldMasterIdLst>
    <p:sldMasterId xmlns:r="http://schemas.openxmlformats.org/officeDocument/2006/relationships" id="2147483648" r:id="R9bf100c999444241"/>
  </p:sldMasterIdLst>
  <p:notesMasterIdLst>
    <p:notesMasterId xmlns:r="http://schemas.openxmlformats.org/officeDocument/2006/relationships" r:id="Rb19450817bd741f0"/>
  </p:notesMasterIdLst>
  <p:sldIdLst>
    <p:sldId xmlns:r="http://schemas.openxmlformats.org/officeDocument/2006/relationships" id="256" r:id="Rc7d15bf4669a4425"/>
    <p:sldId xmlns:r="http://schemas.openxmlformats.org/officeDocument/2006/relationships" id="257" r:id="R2f029f1b2464486a"/>
    <p:sldId xmlns:r="http://schemas.openxmlformats.org/officeDocument/2006/relationships" id="258" r:id="Rec3eed2cafa942ae"/>
    <p:sldId xmlns:r="http://schemas.openxmlformats.org/officeDocument/2006/relationships" id="259" r:id="R6d526716781b431e"/>
    <p:sldId xmlns:r="http://schemas.openxmlformats.org/officeDocument/2006/relationships" id="260" r:id="Rb640a89b382a4354"/>
    <p:sldId xmlns:r="http://schemas.openxmlformats.org/officeDocument/2006/relationships" id="261" r:id="R8a1b55fd01494463"/>
    <p:sldId xmlns:r="http://schemas.openxmlformats.org/officeDocument/2006/relationships" id="262" r:id="Rb2c76e0d7919416c"/>
    <p:sldId xmlns:r="http://schemas.openxmlformats.org/officeDocument/2006/relationships" id="263" r:id="Rcda09e5d166b4365"/>
    <p:sldId xmlns:r="http://schemas.openxmlformats.org/officeDocument/2006/relationships" id="264" r:id="R6d054570b86e4138"/>
    <p:sldId xmlns:r="http://schemas.openxmlformats.org/officeDocument/2006/relationships" id="265" r:id="R4cfafc5cefe74973"/>
    <p:sldId xmlns:r="http://schemas.openxmlformats.org/officeDocument/2006/relationships" id="266" r:id="Rfcd663a9814744a5"/>
    <p:sldId xmlns:r="http://schemas.openxmlformats.org/officeDocument/2006/relationships" id="267" r:id="R54e3180df21f48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505eda77694129" /><Relationship Type="http://schemas.openxmlformats.org/officeDocument/2006/relationships/slideMaster" Target="/ppt/slideMasters/slideMaster1.xml" Id="R9bf100c999444241" /><Relationship Type="http://schemas.openxmlformats.org/officeDocument/2006/relationships/notesMaster" Target="/ppt/notesMasters/notesMaster1.xml" Id="Rb19450817bd741f0" /><Relationship Type="http://schemas.openxmlformats.org/officeDocument/2006/relationships/presProps" Target="/ppt/presProps.xml" Id="Rfa52d981f96d4682" /><Relationship Type="http://schemas.openxmlformats.org/officeDocument/2006/relationships/tableStyles" Target="/ppt/tableStyles.xml" Id="R10638cb4514e43d4" /><Relationship Type="http://schemas.openxmlformats.org/officeDocument/2006/relationships/slide" Target="/ppt/slides/slide1.xml" Id="Rc7d15bf4669a4425" /><Relationship Type="http://schemas.openxmlformats.org/officeDocument/2006/relationships/slide" Target="/ppt/slides/slide2.xml" Id="R2f029f1b2464486a" /><Relationship Type="http://schemas.openxmlformats.org/officeDocument/2006/relationships/slide" Target="/ppt/slides/slide3.xml" Id="Rec3eed2cafa942ae" /><Relationship Type="http://schemas.openxmlformats.org/officeDocument/2006/relationships/slide" Target="/ppt/slides/slide4.xml" Id="R6d526716781b431e" /><Relationship Type="http://schemas.openxmlformats.org/officeDocument/2006/relationships/slide" Target="/ppt/slides/slide5.xml" Id="Rb640a89b382a4354" /><Relationship Type="http://schemas.openxmlformats.org/officeDocument/2006/relationships/slide" Target="/ppt/slides/slide6.xml" Id="R8a1b55fd01494463" /><Relationship Type="http://schemas.openxmlformats.org/officeDocument/2006/relationships/slide" Target="/ppt/slides/slide7.xml" Id="Rb2c76e0d7919416c" /><Relationship Type="http://schemas.openxmlformats.org/officeDocument/2006/relationships/slide" Target="/ppt/slides/slide8.xml" Id="Rcda09e5d166b4365" /><Relationship Type="http://schemas.openxmlformats.org/officeDocument/2006/relationships/slide" Target="/ppt/slides/slide9.xml" Id="R6d054570b86e4138" /><Relationship Type="http://schemas.openxmlformats.org/officeDocument/2006/relationships/slide" Target="/ppt/slides/slide10.xml" Id="R4cfafc5cefe74973" /><Relationship Type="http://schemas.openxmlformats.org/officeDocument/2006/relationships/slide" Target="/ppt/slides/slide11.xml" Id="Rfcd663a9814744a5" /><Relationship Type="http://schemas.openxmlformats.org/officeDocument/2006/relationships/slide" Target="/ppt/slides/slide12.xml" Id="R54e3180df21f48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00831aff0043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e5ce8d3fea4455" /><Relationship Type="http://schemas.openxmlformats.org/officeDocument/2006/relationships/notesMaster" Target="/ppt/notesMasters/notesMaster1.xml" Id="R3e68eae2e87249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595664e7b14e5c" /><Relationship Type="http://schemas.openxmlformats.org/officeDocument/2006/relationships/notesMaster" Target="/ppt/notesMasters/notesMaster1.xml" Id="R90780068e1454c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11c927e11c40a3" /><Relationship Type="http://schemas.openxmlformats.org/officeDocument/2006/relationships/notesMaster" Target="/ppt/notesMasters/notesMaster1.xml" Id="R11753b3783f246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b8d47589f54f80" /><Relationship Type="http://schemas.openxmlformats.org/officeDocument/2006/relationships/notesMaster" Target="/ppt/notesMasters/notesMaster1.xml" Id="R5908dc988e124a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1de5314685485f" /><Relationship Type="http://schemas.openxmlformats.org/officeDocument/2006/relationships/notesMaster" Target="/ppt/notesMasters/notesMaster1.xml" Id="Rcb2afec4881b4e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663e32826f4918" /><Relationship Type="http://schemas.openxmlformats.org/officeDocument/2006/relationships/notesMaster" Target="/ppt/notesMasters/notesMaster1.xml" Id="R6d5eb28d410944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3ff4a978aa4e0d" /><Relationship Type="http://schemas.openxmlformats.org/officeDocument/2006/relationships/notesMaster" Target="/ppt/notesMasters/notesMaster1.xml" Id="Rbc69889b650840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1a6aa8bee74815" /><Relationship Type="http://schemas.openxmlformats.org/officeDocument/2006/relationships/notesMaster" Target="/ppt/notesMasters/notesMaster1.xml" Id="R69b044f906a84d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4d52247e1e4c91" /><Relationship Type="http://schemas.openxmlformats.org/officeDocument/2006/relationships/notesMaster" Target="/ppt/notesMasters/notesMaster1.xml" Id="Rf56023a080784e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4a818b68ea4f6d" /><Relationship Type="http://schemas.openxmlformats.org/officeDocument/2006/relationships/notesMaster" Target="/ppt/notesMasters/notesMaster1.xml" Id="Ra438d8ab0dae43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6db839644e4285" /><Relationship Type="http://schemas.openxmlformats.org/officeDocument/2006/relationships/notesMaster" Target="/ppt/notesMasters/notesMaster1.xml" Id="R302f617326ec4f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d7339205764235" /><Relationship Type="http://schemas.openxmlformats.org/officeDocument/2006/relationships/notesMaster" Target="/ppt/notesMasters/notesMaster1.xml" Id="R0400494c681a47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Akun pelanggan mulai dari Basic dan belum memiliki key. Generate key menggunakan JWT. Server menyimpan SHA-256, bukan key asli. Pembayaran tidak membuat key baru karena key mengenali akun, sedangkan subscription menentukan paketnya. api_level hanya cache. Model pengguna terhubung ke payments, subscriptions dan ApiLog.</a:t>
            </a:r>
          </a:p>
          <a:p xmlns:a="http://schemas.openxmlformats.org/drawingml/2006/main">
            <a:r>
              <a:t/>
            </a:r>
          </a:p>
          <a:p xmlns:a="http://schemas.openxmlformats.org/drawingml/2006/main">
            <a:r>
              <a:t>Lokasi kode pada Proyek_Lengkap: src/models/Pengguna.js; src/services/billing.js.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Satu pelanggan dapat memiliki banyak invoice. Harga dan durasi disalin saat checkout agar transaksi lama tidak berubah jika konfigurasi harga nanti diubah. Pending berlaku 24 jam. Paid berarti admin sudah mengonfirmasi pembayaran simulasi. Cancelled adalah pembatalan pending oleh pemilik. Expired tidak boleh diaktifkan. Tidak ada uang yang dipindahkan oleh sistem ini.</a:t>
            </a:r>
          </a:p>
          <a:p xmlns:a="http://schemas.openxmlformats.org/drawingml/2006/main">
            <a:r>
              <a:t/>
            </a:r>
          </a:p>
          <a:p xmlns:a="http://schemas.openxmlformats.org/drawingml/2006/main">
            <a:r>
              <a:t>Lokasi kode pada Proyek_Lengkap: src/models/Payment.js.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Pembayaran pertama membuat subscription 30 hari. Pembelian berikutnya memperbarui ends_at pada baris yang sama, sedangkan riwayat invoice tetap tersimpan pada payments. Waktu menggunakan UTC. Tanggal diperiksa dengan jam database. Migrasi akun Premium manual lama memberi masa transisi 30 hari sekali, ditandai source legacy_migration dan tidak dicatat sebagai pembayaran palsu.</a:t>
            </a:r>
          </a:p>
          <a:p xmlns:a="http://schemas.openxmlformats.org/drawingml/2006/main">
            <a:r>
              <a:t/>
            </a:r>
          </a:p>
          <a:p xmlns:a="http://schemas.openxmlformats.org/drawingml/2006/main">
            <a:r>
              <a:t>Lokasi kode pada Proyek_Lengkap: src/models/Subscription.js.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GET plans menampilkan harga, durasi, fitur dan kuota. Basic gratis tanpa tanggal berakhir dan tanpa checkout. Premium tepat 30 kali 24 jam, bukan bulan kalender. Checkout menggunakan JWT pelanggan dan Idempotency-Key. Body tidak boleh mengirim amount atau status paid. Mengulang key yang sama menghasilkan invoice yang sama. Untuk pembelian baru atau renewal, pelanggan memakai key idempotensi baru.</a:t>
            </a:r>
          </a:p>
          <a:p xmlns:a="http://schemas.openxmlformats.org/drawingml/2006/main">
            <a:r>
              <a:t/>
            </a:r>
          </a:p>
          <a:p xmlns:a="http://schemas.openxmlformats.org/drawingml/2006/main">
            <a:r>
              <a:t>Lokasi kode pada Proyek_Lengkap: src/config/apiPlans.js; src/controllers/billing.js.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Endpoint PATCH /api/v1/payments/:id/confirm hanya untuk JWT admin. Body simulation true wajib agar jelas ini demonstrasi pembayaran. Service memeriksa status pending dan deadline 24 jam, lalu memperbarui invoice serta subscription secara atomik. Jika salah satu operasi gagal, transaksi tidak mengaktifkan sebagian data. Invoice cancelled atau expired ditolak 409. Konfirmasi paid lama tidak menambah periode lagi.</a:t>
            </a:r>
          </a:p>
          <a:p xmlns:a="http://schemas.openxmlformats.org/drawingml/2006/main">
            <a:r>
              <a:t/>
            </a:r>
          </a:p>
          <a:p xmlns:a="http://schemas.openxmlformats.org/drawingml/2006/main">
            <a:r>
              <a:t>Lokasi kode pada Proyek_Lengkap: src/services/billing.js; src/routes/billing.js.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Renewal membuat invoice baru. Setelah dibayar, periode baru dimulai dari tanggal berakhir yang masih aktif sehingga sisa hari tidak hilang. Jika sudah expired, periode baru dimulai saat konfirmasi. Pembatalan pending tidak mengubah subscription yang sedang aktif. Simulasi ini tidak menyediakan refund atau auto-renew. Mengulang checkout yang sudah cancelled membutuhkan key baru agar menjadi pembelian baru.</a:t>
            </a:r>
          </a:p>
          <a:p xmlns:a="http://schemas.openxmlformats.org/drawingml/2006/main">
            <a:r>
              <a:t/>
            </a:r>
          </a:p>
          <a:p xmlns:a="http://schemas.openxmlformats.org/drawingml/2006/main">
            <a:r>
              <a:t>Lokasi kode pada Proyek_Lengkap: src/services/billing.js.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api_level premium saja tidak cukup. Service memeriksa starts_at dan ends_at serta status subscription. Jika expired, service menandai subscription expired dan mengubah cache menjadi basic. Pemeriksaan berlangsung pada request sehingga tidak membutuhkan cron. Pengujian expiry tidak menunggu 30 hari; fixture database test mengubah ends_at ke waktu lampau. Key tetap sah untuk Basic jika kuota tersedia.</a:t>
            </a:r>
          </a:p>
          <a:p xmlns:a="http://schemas.openxmlformats.org/drawingml/2006/main">
            <a:r>
              <a:t/>
            </a:r>
          </a:p>
          <a:p xmlns:a="http://schemas.openxmlformats.org/drawingml/2006/main">
            <a:r>
              <a:t>Lokasi kode pada Proyek_Lengkap: src/services/billing.js; src/services/clock.js.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verifyApiKey memakai key asli dari header X-API-Key lalu mencocokkan SHA-256. checkApiLevel memeriksa fitur ringkasan atau analitik. reserveUsage melakukan pengecekan ulang di dalam lock agar expiry atau rotasi di antara middleware tetap tertangani. Basic mendapat 100/hari dan 10/menit. Premium mendapat 10000/hari dan 100/menit. Kuota memakai hari dan menit kalender UTC. Penolakan sebelum reservasi tidak mengurangi kuota.</a:t>
            </a:r>
          </a:p>
          <a:p xmlns:a="http://schemas.openxmlformats.org/drawingml/2006/main">
            <a:r>
              <a:t/>
            </a:r>
          </a:p>
          <a:p xmlns:a="http://schemas.openxmlformats.org/drawingml/2006/main">
            <a:r>
              <a:t>Lokasi kode pada Proyek_Lengkap: src/middlewares/verifyApiKey.js; src/services/apiUsage.js.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Semua jalur billing mengunci pengguna sebelum invoice. Checkout dengan key yang sama tidak membuat invoice kedua. Confirm memeriksa paid sebelum melakukan renewal. Uji paralel enam checkout menghasilkan satu invoice. Uji enam konfirmasi satu invoice memberi 30 hari sekali. Dua invoice berbeda yang dikonfirmasi paralel memberi total 60 hari. Penguncian akun juga mencegah pemakaian slot kuota terakhir secara ganda.</a:t>
            </a:r>
          </a:p>
          <a:p xmlns:a="http://schemas.openxmlformats.org/drawingml/2006/main">
            <a:r>
              <a:t/>
            </a:r>
          </a:p>
          <a:p xmlns:a="http://schemas.openxmlformats.org/drawingml/2006/main">
            <a:r>
              <a:t>Lokasi kode pada Proyek_Lengkap: src/services/billing.js; src/models/Payment.js.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 ulang BookData-W8.postman_collection.json dan bookdata-local.postman_environment.json. Pilih BookData local. Alur utama request 01 melihat paket, 02 sampai 05 membuat akun dan key, 10 checkout, 18 konfirmasi, 22 analitik dan 23 sampai 24 renewal. JWT pelanggan dan admin disimpan terpisah. Endpoint partner memakai API key. Request negatif sengaja mengharapkan 400, 401, 403, 404, 409 atau 410. Detail ada pada ALUR_POSTMAN.md.</a:t>
            </a:r>
          </a:p>
          <a:p xmlns:a="http://schemas.openxmlformats.org/drawingml/2006/main">
            <a:r>
              <a:t/>
            </a:r>
          </a:p>
          <a:p xmlns:a="http://schemas.openxmlformats.org/drawingml/2006/main">
            <a:r>
              <a:t>Lokasi kode pada Proyek_Lengkap: src/controllers/billing.js; src/controllers/partner.js.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Ringkasan tersedia untuk Basic dan Premium. COUNT menghitung judul, SUM menghitung stok dan AVG menghitung rata-rata harga per judul. Analitik mengelompokkan data berdasarkan kategori dan memilih stok rendah. Seed memberi Laskar Pelangi stok 0 serta Bumi Manusia stok 4. Angka berubah jika admin memperbarui tabel buku. Respons merupakan JSON dari query Sequelize, bukan data statis di controller.</a:t>
            </a:r>
          </a:p>
          <a:p xmlns:a="http://schemas.openxmlformats.org/drawingml/2006/main">
            <a:r>
              <a:t/>
            </a:r>
          </a:p>
          <a:p xmlns:a="http://schemas.openxmlformats.org/drawingml/2006/main">
            <a:r>
              <a:t>Lokasi kode pada Proyek_Lengkap: src/controllers/partner.js.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CRUD buku yang sebelumnya publik sekarang memerlukan JWT admin. Pelanggan mengambil ringkasan atau analitik lewat partner. PATCH level lama tidak boleh melewati proses invoice. Pelanggan tidak dapat membaca invoice orang lain. Pengujian memakai Node.js 24 dan MariaDB 10.11, mencakup 43 tes serta 46 request dan 55 assertion Postman. Pembayaran tetap simulasi admin tanpa debit uang, bukan integrasi gateway sungguhan.</a:t>
            </a:r>
          </a:p>
          <a:p xmlns:a="http://schemas.openxmlformats.org/drawingml/2006/main">
            <a:r>
              <a:t/>
            </a:r>
          </a:p>
          <a:p xmlns:a="http://schemas.openxmlformats.org/drawingml/2006/main">
            <a:r>
              <a:t>Lokasi kode pada Proyek_Lengkap: app.js; src/controllers/apiKey.js; src/services/billing.js.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8c62a9261947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e9d828b86a4f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8bf5dfb743343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512483a53d4af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2d448dbfef457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76f09a6921240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9027CF-DB2D-4D89-BD41-8EA2EA28FA6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592571-C597-413D-93E8-F9BD984EC13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26583F-A148-4289-B49B-43B66FB2765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B7E598-472C-4828-8CF1-123E1A4F93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35768E-7C70-48E1-B4E1-B2E1CFBAFFC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D21CAE7-4100-4BAE-BF7A-2E0D133104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0936341-CA7F-46AE-8E38-375CDD764FC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725B0CD-286C-4B23-A01A-E235E2E9B89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E26E5E-08FC-4220-BAD6-4F7F7E53A1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602AA4-7BF5-40D3-B37F-A31259010D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da03dc11aa487b" /><Relationship Type="http://schemas.openxmlformats.org/officeDocument/2006/relationships/slideLayout" Target="/ppt/slideLayouts/slideLayout1.xml" Id="Ra82a44d7c9ff4be6" /><Relationship Type="http://schemas.openxmlformats.org/officeDocument/2006/relationships/slideLayout" Target="/ppt/slideLayouts/slideLayout2.xml" Id="Rfd399c2e34e24c2f" /><Relationship Type="http://schemas.openxmlformats.org/officeDocument/2006/relationships/slideLayout" Target="/ppt/slideLayouts/slideLayout3.xml" Id="R93995969538948b0" /><Relationship Type="http://schemas.openxmlformats.org/officeDocument/2006/relationships/slideLayout" Target="/ppt/slideLayouts/slideLayout4.xml" Id="R6f5a864068fd4f62" /><Relationship Type="http://schemas.openxmlformats.org/officeDocument/2006/relationships/slideLayout" Target="/ppt/slideLayouts/slideLayout5.xml" Id="Ra5b8548d619948b5" /><Relationship Type="http://schemas.openxmlformats.org/officeDocument/2006/relationships/slideLayout" Target="/ppt/slideLayouts/slideLayout6.xml" Id="R77d44dbdbdb04b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2a44d7c9ff4be6"/>
    <p:sldLayoutId xmlns:r="http://schemas.openxmlformats.org/officeDocument/2006/relationships" id="2147483650" r:id="Rfd399c2e34e24c2f"/>
    <p:sldLayoutId xmlns:r="http://schemas.openxmlformats.org/officeDocument/2006/relationships" id="2147483651" r:id="R93995969538948b0"/>
    <p:sldLayoutId xmlns:r="http://schemas.openxmlformats.org/officeDocument/2006/relationships" id="2147483652" r:id="R6f5a864068fd4f62"/>
    <p:sldLayoutId xmlns:r="http://schemas.openxmlformats.org/officeDocument/2006/relationships" id="2147483653" r:id="Ra5b8548d619948b5"/>
    <p:sldLayoutId xmlns:r="http://schemas.openxmlformats.org/officeDocument/2006/relationships" id="2147483654" r:id="R77d44dbdbdb04b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1e577d85aaa4cd9" /><Relationship Type="http://schemas.openxmlformats.org/officeDocument/2006/relationships/notesSlide" Target="/ppt/notesSlides/notesSlide1.xml" Id="Rc1dc8e49353d40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a79a46bc6b74a41" /><Relationship Type="http://schemas.openxmlformats.org/officeDocument/2006/relationships/notesSlide" Target="/ppt/notesSlides/notesSlide2.xml" Id="R1c9ac412f7534f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f056b5ff2964619" /><Relationship Type="http://schemas.openxmlformats.org/officeDocument/2006/relationships/notesSlide" Target="/ppt/notesSlides/notesSlide3.xml" Id="R0da10c1bbcb04e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d92852f63a9401c" /><Relationship Type="http://schemas.openxmlformats.org/officeDocument/2006/relationships/notesSlide" Target="/ppt/notesSlides/notesSlide4.xml" Id="R1f4192502f7d42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8f724431934867" /><Relationship Type="http://schemas.openxmlformats.org/officeDocument/2006/relationships/notesSlide" Target="/ppt/notesSlides/notesSlide5.xml" Id="Rae440bc0587a4c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e895fa805f54b1d" /><Relationship Type="http://schemas.openxmlformats.org/officeDocument/2006/relationships/notesSlide" Target="/ppt/notesSlides/notesSlide6.xml" Id="R964002a848f34e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e53ec1b9c834bd1" /><Relationship Type="http://schemas.openxmlformats.org/officeDocument/2006/relationships/notesSlide" Target="/ppt/notesSlides/notesSlide7.xml" Id="R7d31e2066278425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1af0b10c7ac46d7" /><Relationship Type="http://schemas.openxmlformats.org/officeDocument/2006/relationships/notesSlide" Target="/ppt/notesSlides/notesSlide8.xml" Id="Rf7dea93e152240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a3c359bf21d49c4" /><Relationship Type="http://schemas.openxmlformats.org/officeDocument/2006/relationships/notesSlide" Target="/ppt/notesSlides/notesSlide9.xml" Id="R461e7136ad3c4c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107462e52e5482b" /><Relationship Type="http://schemas.openxmlformats.org/officeDocument/2006/relationships/notesSlide" Target="/ppt/notesSlides/notesSlide10.xml" Id="Rdbacb1e19398456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e4d5af80b69456c" /><Relationship Type="http://schemas.openxmlformats.org/officeDocument/2006/relationships/notesSlide" Target="/ppt/notesSlides/notesSlide11.xml" Id="Reb85ded4b4ba470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17f6d20e346494c" /><Relationship Type="http://schemas.openxmlformats.org/officeDocument/2006/relationships/notesSlide" Target="/ppt/notesSlides/notesSlide12.xml" Id="Re1dcef14f47648ac"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1C68B0EC-3211-4B08-A375-F05CA9E1629C}"/>
              </a:ext>
            </a:extLst>
          </p:cNvPr>
          <p:cNvSpPr>
            <a:spLocks xmlns:a="http://schemas.openxmlformats.org/drawingml/2006/main" noGrp="1"/>
          </p:cNvSpPr>
          <p:nvPr/>
        </p:nvSpPr>
        <p:spPr>
          <a:xfrm xmlns:a="http://schemas.openxmlformats.org/drawingml/2006/main">
            <a:off x="609600" y="4095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5F7FA"/>
                </a:solidFill>
                <a:latin typeface="DejaVu Sans"/>
                <a:ea typeface="DejaVu Sans"/>
                <a:cs typeface="DejaVu Sans"/>
              </a:defRPr>
            </a:defPPr>
            <a:lvl1pPr algn="l">
              <a:defRPr sz="3225" b="1">
                <a:solidFill>
                  <a:srgbClr val="F5F7FA"/>
                </a:solidFill>
                <a:latin typeface="DejaVu Sans"/>
                <a:ea typeface="DejaVu Sans"/>
                <a:cs typeface="DejaVu Sans"/>
              </a:defRPr>
            </a:lvl1pPr>
            <a:lvl2pPr algn="l">
              <a:defRPr sz="3225" b="1">
                <a:solidFill>
                  <a:srgbClr val="F5F7FA"/>
                </a:solidFill>
                <a:latin typeface="DejaVu Sans"/>
                <a:ea typeface="DejaVu Sans"/>
                <a:cs typeface="DejaVu Sans"/>
              </a:defRPr>
            </a:lvl2pPr>
            <a:lvl3pPr algn="l">
              <a:defRPr sz="3225" b="1">
                <a:solidFill>
                  <a:srgbClr val="F5F7FA"/>
                </a:solidFill>
                <a:latin typeface="DejaVu Sans"/>
                <a:ea typeface="DejaVu Sans"/>
                <a:cs typeface="DejaVu Sans"/>
              </a:defRPr>
            </a:lvl3pPr>
            <a:lvl4pPr algn="l">
              <a:defRPr sz="3225" b="1">
                <a:solidFill>
                  <a:srgbClr val="F5F7FA"/>
                </a:solidFill>
                <a:latin typeface="DejaVu Sans"/>
                <a:ea typeface="DejaVu Sans"/>
                <a:cs typeface="DejaVu Sans"/>
              </a:defRPr>
            </a:lvl4pPr>
            <a:lvl5pPr algn="l">
              <a:defRPr sz="3225" b="1">
                <a:solidFill>
                  <a:srgbClr val="F5F7FA"/>
                </a:solidFill>
                <a:latin typeface="DejaVu Sans"/>
                <a:ea typeface="DejaVu Sans"/>
                <a:cs typeface="DejaVu Sans"/>
              </a:defRPr>
            </a:lvl5pPr>
            <a:lvl6pPr algn="l">
              <a:defRPr sz="3225" b="1">
                <a:solidFill>
                  <a:srgbClr val="F5F7FA"/>
                </a:solidFill>
                <a:latin typeface="DejaVu Sans"/>
                <a:ea typeface="DejaVu Sans"/>
                <a:cs typeface="DejaVu Sans"/>
              </a:defRPr>
            </a:lvl6pPr>
            <a:lvl7pPr algn="l">
              <a:defRPr sz="3225" b="1">
                <a:solidFill>
                  <a:srgbClr val="F5F7FA"/>
                </a:solidFill>
                <a:latin typeface="DejaVu Sans"/>
                <a:ea typeface="DejaVu Sans"/>
                <a:cs typeface="DejaVu Sans"/>
              </a:defRPr>
            </a:lvl7pPr>
            <a:lvl8pPr algn="l">
              <a:defRPr sz="3225" b="1">
                <a:solidFill>
                  <a:srgbClr val="F5F7FA"/>
                </a:solidFill>
                <a:latin typeface="DejaVu Sans"/>
                <a:ea typeface="DejaVu Sans"/>
                <a:cs typeface="DejaVu Sans"/>
              </a:defRPr>
            </a:lvl8pPr>
            <a:lvl9pPr algn="l">
              <a:defRPr sz="3225" b="1">
                <a:solidFill>
                  <a:srgbClr val="F5F7FA"/>
                </a:solidFill>
                <a:latin typeface="DejaVu Sans"/>
                <a:ea typeface="DejaVu Sans"/>
                <a:cs typeface="DejaVu Sans"/>
              </a:defRPr>
            </a:lvl9pPr>
          </a:lstStyle>
          <a:p xmlns:a="http://schemas.openxmlformats.org/drawingml/2006/main">
            <a:pPr algn="l">
              <a:lnSpc>
                <a:spcPct val="104000"/>
              </a:lnSpc>
              <a:buNone/>
              <a:defRPr sz="3225" b="1">
                <a:solidFill>
                  <a:srgbClr val="F5F7FA"/>
                </a:solidFill>
                <a:latin typeface="DejaVu Sans"/>
                <a:ea typeface="DejaVu Sans"/>
                <a:cs typeface="DejaVu Sans"/>
              </a:defRPr>
            </a:pPr>
            <a:r>
              <a:rPr sz="3225" b="1">
                <a:solidFill>
                  <a:srgbClr val="F5F7FA"/>
                </a:solidFill>
                <a:latin typeface="DejaVu Sans"/>
                <a:ea typeface="DejaVu Sans"/>
                <a:cs typeface="DejaVu Sans"/>
              </a:rPr>
              <a:t>Akun, key, dan paket pelanggan</a:t>
            </a:r>
          </a:p>
        </p:txBody>
      </p:sp>
      <p:sp>
        <p:nvSpPr>
          <p:cNvPr id="2" name="text-2">
            <a:extLst xmlns:a="http://schemas.openxmlformats.org/drawingml/2006/main">
              <a:ext uri="{FF2B5EF4-FFF2-40B4-BE49-F238E27FC236}">
                <a16:creationId xmlns:a16="http://schemas.microsoft.com/office/drawing/2014/main" id="{069ADF4D-280E-41F0-A3C4-073AF04AFB20}"/>
              </a:ext>
            </a:extLst>
          </p:cNvPr>
          <p:cNvSpPr>
            <a:spLocks xmlns:a="http://schemas.openxmlformats.org/drawingml/2006/main" noGrp="1"/>
          </p:cNvSpPr>
          <p:nvPr/>
        </p:nvSpPr>
        <p:spPr>
          <a:xfrm xmlns:a="http://schemas.openxmlformats.org/drawingml/2006/main">
            <a:off x="609600" y="115252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3E8"/>
                </a:solidFill>
                <a:latin typeface="DejaVu Sans"/>
                <a:ea typeface="DejaVu Sans"/>
                <a:cs typeface="DejaVu Sans"/>
              </a:defRPr>
            </a:defPPr>
            <a:lvl1pPr algn="l">
              <a:defRPr sz="1875" b="0">
                <a:solidFill>
                  <a:srgbClr val="DDE3E8"/>
                </a:solidFill>
                <a:latin typeface="DejaVu Sans"/>
                <a:ea typeface="DejaVu Sans"/>
                <a:cs typeface="DejaVu Sans"/>
              </a:defRPr>
            </a:lvl1pPr>
            <a:lvl2pPr algn="l">
              <a:defRPr sz="1875" b="0">
                <a:solidFill>
                  <a:srgbClr val="DDE3E8"/>
                </a:solidFill>
                <a:latin typeface="DejaVu Sans"/>
                <a:ea typeface="DejaVu Sans"/>
                <a:cs typeface="DejaVu Sans"/>
              </a:defRPr>
            </a:lvl2pPr>
            <a:lvl3pPr algn="l">
              <a:defRPr sz="1875" b="0">
                <a:solidFill>
                  <a:srgbClr val="DDE3E8"/>
                </a:solidFill>
                <a:latin typeface="DejaVu Sans"/>
                <a:ea typeface="DejaVu Sans"/>
                <a:cs typeface="DejaVu Sans"/>
              </a:defRPr>
            </a:lvl3pPr>
            <a:lvl4pPr algn="l">
              <a:defRPr sz="1875" b="0">
                <a:solidFill>
                  <a:srgbClr val="DDE3E8"/>
                </a:solidFill>
                <a:latin typeface="DejaVu Sans"/>
                <a:ea typeface="DejaVu Sans"/>
                <a:cs typeface="DejaVu Sans"/>
              </a:defRPr>
            </a:lvl4pPr>
            <a:lvl5pPr algn="l">
              <a:defRPr sz="1875" b="0">
                <a:solidFill>
                  <a:srgbClr val="DDE3E8"/>
                </a:solidFill>
                <a:latin typeface="DejaVu Sans"/>
                <a:ea typeface="DejaVu Sans"/>
                <a:cs typeface="DejaVu Sans"/>
              </a:defRPr>
            </a:lvl5pPr>
            <a:lvl6pPr algn="l">
              <a:defRPr sz="1875" b="0">
                <a:solidFill>
                  <a:srgbClr val="DDE3E8"/>
                </a:solidFill>
                <a:latin typeface="DejaVu Sans"/>
                <a:ea typeface="DejaVu Sans"/>
                <a:cs typeface="DejaVu Sans"/>
              </a:defRPr>
            </a:lvl6pPr>
            <a:lvl7pPr algn="l">
              <a:defRPr sz="1875" b="0">
                <a:solidFill>
                  <a:srgbClr val="DDE3E8"/>
                </a:solidFill>
                <a:latin typeface="DejaVu Sans"/>
                <a:ea typeface="DejaVu Sans"/>
                <a:cs typeface="DejaVu Sans"/>
              </a:defRPr>
            </a:lvl7pPr>
            <a:lvl8pPr algn="l">
              <a:defRPr sz="1875" b="0">
                <a:solidFill>
                  <a:srgbClr val="DDE3E8"/>
                </a:solidFill>
                <a:latin typeface="DejaVu Sans"/>
                <a:ea typeface="DejaVu Sans"/>
                <a:cs typeface="DejaVu Sans"/>
              </a:defRPr>
            </a:lvl8pPr>
            <a:lvl9pPr algn="l">
              <a:defRPr sz="1875" b="0">
                <a:solidFill>
                  <a:srgbClr val="DDE3E8"/>
                </a:solidFill>
                <a:latin typeface="DejaVu Sans"/>
                <a:ea typeface="DejaVu Sans"/>
                <a:cs typeface="DejaVu Sans"/>
              </a:defRPr>
            </a:lvl9pPr>
          </a:lstStyle>
          <a:p xmlns:a="http://schemas.openxmlformats.org/drawingml/2006/main">
            <a:pPr algn="l">
              <a:lnSpc>
                <a:spcPct val="104000"/>
              </a:lnSpc>
              <a:buNone/>
              <a:defRPr sz="1875" b="0">
                <a:solidFill>
                  <a:srgbClr val="DDE3E8"/>
                </a:solidFill>
                <a:latin typeface="DejaVu Sans"/>
                <a:ea typeface="DejaVu Sans"/>
                <a:cs typeface="DejaVu Sans"/>
              </a:defRPr>
            </a:pPr>
            <a:r>
              <a:rPr sz="1875" b="0">
                <a:solidFill>
                  <a:srgbClr val="DDE3E8"/>
                </a:solidFill>
                <a:latin typeface="DejaVu Sans"/>
                <a:ea typeface="DejaVu Sans"/>
                <a:cs typeface="DejaVu Sans"/>
              </a:rPr>
              <a:t>Basic langsung tersedia setelah register. Premium mengikuti subscription aktif.</a:t>
            </a:r>
          </a:p>
        </p:txBody>
      </p:sp>
      <p:graphicFrame>
        <p:nvGraphicFramePr>
          <p:cNvPr id="3" name="">
            <a:extLst xmlns:a="http://schemas.openxmlformats.org/drawingml/2006/main">
              <a:ext uri="{FF2B5EF4-FFF2-40B4-BE49-F238E27FC236}">
                <a16:creationId xmlns:a16="http://schemas.microsoft.com/office/drawing/2014/main" id="{90B6D20C-52FA-4444-B9DC-0846A4F7D549}"/>
              </a:ext>
            </a:extLst>
          </p:cNvPr>
          <p:cNvGraphicFramePr/>
          <p:nvPr/>
        </p:nvGraphicFramePr>
        <p:xfrm>
          <a:off xmlns:a="http://schemas.openxmlformats.org/drawingml/2006/main" x="609600" y="1762125"/>
          <a:ext xmlns:a="http://schemas.openxmlformats.org/drawingml/2006/main" cx="10972800" cy="3048000"/>
        </p:xfrm>
        <a:graphic xmlns:a="http://schemas.openxmlformats.org/drawingml/2006/main">
          <a:graphicData uri="http://schemas.openxmlformats.org/drawingml/2006/table">
            <a:tbl>
              <a:tblPr firstRow="0" firstCol="0" bandRow="0"/>
              <a:tblGrid>
                <a:gridCol w="4476750"/>
                <a:gridCol w="6496050"/>
              </a:tblGrid>
              <a:tr h="476250">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Bagian kode</a:t>
                      </a:r>
                    </a:p>
                  </a:txBody>
                  <a:tcPr marL="91440" marR="91440" marT="45720" marB="45720" anchor="ctr">
                    <a:lnL w="9525">
                      <a:solidFill>
                        <a:srgbClr val="34414C"/>
                      </a:solidFill>
                      <a:prstDash val="solid"/>
                    </a:lnL>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Pekerjaannya</a:t>
                      </a:r>
                    </a:p>
                  </a:txBody>
                  <a:tcPr marL="91440" marR="91440" marT="45720" marB="45720" anchor="ctr">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Pengguna</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Menyimpan identitas pelanggan pemilik key</a:t>
                      </a:r>
                    </a:p>
                    <a:p>
                      <a:pPr algn="l">
                        <a:lnSpc>
                          <a:spcPct val="100000"/>
                        </a:lnSpc>
                        <a:buNone/>
                      </a:pPr>
                      <a:r>
                        <a:rPr sz="1950" b="0">
                          <a:solidFill>
                            <a:srgbClr val="DDE3E8"/>
                          </a:solidFill>
                          <a:latin typeface="DejaVu Sans"/>
                          <a:ea typeface="DejaVu Sans"/>
                          <a:cs typeface="DejaVu Sans"/>
                        </a:rPr>
                        <a:t>dan transaksi.</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api_key</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Menyimpan hash key untuk akses aplikasi</a:t>
                      </a:r>
                    </a:p>
                    <a:p>
                      <a:pPr algn="l">
                        <a:lnSpc>
                          <a:spcPct val="100000"/>
                        </a:lnSpc>
                        <a:buNone/>
                      </a:pPr>
                      <a:r>
                        <a:rPr sz="1950" b="0">
                          <a:solidFill>
                            <a:srgbClr val="DDE3E8"/>
                          </a:solidFill>
                          <a:latin typeface="DejaVu Sans"/>
                          <a:ea typeface="DejaVu Sans"/>
                          <a:cs typeface="DejaVu Sans"/>
                        </a:rPr>
                        <a:t>pelanggan.</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api_level</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Menjadi cache paket. Hak Premium dihitung</a:t>
                      </a:r>
                    </a:p>
                    <a:p>
                      <a:pPr algn="l">
                        <a:lnSpc>
                          <a:spcPct val="100000"/>
                        </a:lnSpc>
                        <a:buNone/>
                      </a:pPr>
                      <a:r>
                        <a:rPr sz="1950" b="0">
                          <a:solidFill>
                            <a:srgbClr val="DDE3E8"/>
                          </a:solidFill>
                          <a:latin typeface="DejaVu Sans"/>
                          <a:ea typeface="DejaVu Sans"/>
                          <a:cs typeface="DejaVu Sans"/>
                        </a:rPr>
                        <a:t>dari subscription.</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bl>
          </a:graphicData>
        </a:graphic>
      </p:graphicFrame>
      <p:sp>
        <p:nvSpPr>
          <p:cNvPr id="4" name="text-3">
            <a:extLst xmlns:a="http://schemas.openxmlformats.org/drawingml/2006/main">
              <a:ext uri="{FF2B5EF4-FFF2-40B4-BE49-F238E27FC236}">
                <a16:creationId xmlns:a16="http://schemas.microsoft.com/office/drawing/2014/main" id="{7D302A14-9286-459A-9B3E-16D4364BC11D}"/>
              </a:ext>
            </a:extLst>
          </p:cNvPr>
          <p:cNvSpPr>
            <a:spLocks xmlns:a="http://schemas.openxmlformats.org/drawingml/2006/main" noGrp="1"/>
          </p:cNvSpPr>
          <p:nvPr/>
        </p:nvSpPr>
        <p:spPr>
          <a:xfrm xmlns:a="http://schemas.openxmlformats.org/drawingml/2006/main">
            <a:off x="609600" y="525780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87E5D0"/>
                </a:solidFill>
                <a:latin typeface="DejaVu Sans"/>
                <a:ea typeface="DejaVu Sans"/>
                <a:cs typeface="DejaVu Sans"/>
              </a:defRPr>
            </a:defPPr>
            <a:lvl1pPr algn="l">
              <a:defRPr sz="1950" b="0">
                <a:solidFill>
                  <a:srgbClr val="87E5D0"/>
                </a:solidFill>
                <a:latin typeface="DejaVu Sans"/>
                <a:ea typeface="DejaVu Sans"/>
                <a:cs typeface="DejaVu Sans"/>
              </a:defRPr>
            </a:lvl1pPr>
            <a:lvl2pPr algn="l">
              <a:defRPr sz="1950" b="0">
                <a:solidFill>
                  <a:srgbClr val="87E5D0"/>
                </a:solidFill>
                <a:latin typeface="DejaVu Sans"/>
                <a:ea typeface="DejaVu Sans"/>
                <a:cs typeface="DejaVu Sans"/>
              </a:defRPr>
            </a:lvl2pPr>
            <a:lvl3pPr algn="l">
              <a:defRPr sz="1950" b="0">
                <a:solidFill>
                  <a:srgbClr val="87E5D0"/>
                </a:solidFill>
                <a:latin typeface="DejaVu Sans"/>
                <a:ea typeface="DejaVu Sans"/>
                <a:cs typeface="DejaVu Sans"/>
              </a:defRPr>
            </a:lvl3pPr>
            <a:lvl4pPr algn="l">
              <a:defRPr sz="1950" b="0">
                <a:solidFill>
                  <a:srgbClr val="87E5D0"/>
                </a:solidFill>
                <a:latin typeface="DejaVu Sans"/>
                <a:ea typeface="DejaVu Sans"/>
                <a:cs typeface="DejaVu Sans"/>
              </a:defRPr>
            </a:lvl4pPr>
            <a:lvl5pPr algn="l">
              <a:defRPr sz="1950" b="0">
                <a:solidFill>
                  <a:srgbClr val="87E5D0"/>
                </a:solidFill>
                <a:latin typeface="DejaVu Sans"/>
                <a:ea typeface="DejaVu Sans"/>
                <a:cs typeface="DejaVu Sans"/>
              </a:defRPr>
            </a:lvl5pPr>
            <a:lvl6pPr algn="l">
              <a:defRPr sz="1950" b="0">
                <a:solidFill>
                  <a:srgbClr val="87E5D0"/>
                </a:solidFill>
                <a:latin typeface="DejaVu Sans"/>
                <a:ea typeface="DejaVu Sans"/>
                <a:cs typeface="DejaVu Sans"/>
              </a:defRPr>
            </a:lvl6pPr>
            <a:lvl7pPr algn="l">
              <a:defRPr sz="1950" b="0">
                <a:solidFill>
                  <a:srgbClr val="87E5D0"/>
                </a:solidFill>
                <a:latin typeface="DejaVu Sans"/>
                <a:ea typeface="DejaVu Sans"/>
                <a:cs typeface="DejaVu Sans"/>
              </a:defRPr>
            </a:lvl7pPr>
            <a:lvl8pPr algn="l">
              <a:defRPr sz="1950" b="0">
                <a:solidFill>
                  <a:srgbClr val="87E5D0"/>
                </a:solidFill>
                <a:latin typeface="DejaVu Sans"/>
                <a:ea typeface="DejaVu Sans"/>
                <a:cs typeface="DejaVu Sans"/>
              </a:defRPr>
            </a:lvl8pPr>
            <a:lvl9pPr algn="l">
              <a:defRPr sz="1950" b="0">
                <a:solidFill>
                  <a:srgbClr val="87E5D0"/>
                </a:solidFill>
                <a:latin typeface="DejaVu Sans"/>
                <a:ea typeface="DejaVu Sans"/>
                <a:cs typeface="DejaVu Sans"/>
              </a:defRPr>
            </a:lvl9pPr>
          </a:lstStyle>
          <a:p xmlns:a="http://schemas.openxmlformats.org/drawingml/2006/main">
            <a:pPr algn="l">
              <a:lnSpc>
                <a:spcPct val="104000"/>
              </a:lnSpc>
              <a:buNone/>
              <a:defRPr sz="1950" b="0">
                <a:solidFill>
                  <a:srgbClr val="87E5D0"/>
                </a:solidFill>
                <a:latin typeface="DejaVu Sans"/>
                <a:ea typeface="DejaVu Sans"/>
                <a:cs typeface="DejaVu Sans"/>
              </a:defRPr>
            </a:pPr>
            <a:r>
              <a:rPr sz="1950" b="0">
                <a:solidFill>
                  <a:srgbClr val="87E5D0"/>
                </a:solidFill>
                <a:latin typeface="DejaVu Sans"/>
                <a:ea typeface="DejaVu Sans"/>
                <a:cs typeface="DejaVu Sans"/>
              </a:rPr>
              <a:t>Pelanggan memakai key yang sama sebelum dan sesudah membeli Premium.</a:t>
            </a:r>
          </a:p>
        </p:txBody>
      </p:sp>
      <p:sp>
        <p:nvSpPr>
          <p:cNvPr id="5" name="text-4">
            <a:extLst xmlns:a="http://schemas.openxmlformats.org/drawingml/2006/main">
              <a:ext uri="{FF2B5EF4-FFF2-40B4-BE49-F238E27FC236}">
                <a16:creationId xmlns:a16="http://schemas.microsoft.com/office/drawing/2014/main" id="{7C997450-EB73-4755-8D85-87C0CBD26C7C}"/>
              </a:ext>
            </a:extLst>
          </p:cNvPr>
          <p:cNvSpPr>
            <a:spLocks xmlns:a="http://schemas.openxmlformats.org/drawingml/2006/main" noGrp="1"/>
          </p:cNvSpPr>
          <p:nvPr/>
        </p:nvSpPr>
        <p:spPr>
          <a:xfrm xmlns:a="http://schemas.openxmlformats.org/drawingml/2006/main">
            <a:off x="609600" y="6562725"/>
            <a:ext cx="1005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EADB9"/>
                </a:solidFill>
                <a:latin typeface="DejaVu Sans"/>
                <a:ea typeface="DejaVu Sans"/>
                <a:cs typeface="DejaVu Sans"/>
              </a:defRPr>
            </a:defPPr>
            <a:lvl1pPr algn="l">
              <a:defRPr sz="1125" b="0">
                <a:solidFill>
                  <a:srgbClr val="9EADB9"/>
                </a:solidFill>
                <a:latin typeface="DejaVu Sans"/>
                <a:ea typeface="DejaVu Sans"/>
                <a:cs typeface="DejaVu Sans"/>
              </a:defRPr>
            </a:lvl1pPr>
            <a:lvl2pPr algn="l">
              <a:defRPr sz="1125" b="0">
                <a:solidFill>
                  <a:srgbClr val="9EADB9"/>
                </a:solidFill>
                <a:latin typeface="DejaVu Sans"/>
                <a:ea typeface="DejaVu Sans"/>
                <a:cs typeface="DejaVu Sans"/>
              </a:defRPr>
            </a:lvl2pPr>
            <a:lvl3pPr algn="l">
              <a:defRPr sz="1125" b="0">
                <a:solidFill>
                  <a:srgbClr val="9EADB9"/>
                </a:solidFill>
                <a:latin typeface="DejaVu Sans"/>
                <a:ea typeface="DejaVu Sans"/>
                <a:cs typeface="DejaVu Sans"/>
              </a:defRPr>
            </a:lvl3pPr>
            <a:lvl4pPr algn="l">
              <a:defRPr sz="1125" b="0">
                <a:solidFill>
                  <a:srgbClr val="9EADB9"/>
                </a:solidFill>
                <a:latin typeface="DejaVu Sans"/>
                <a:ea typeface="DejaVu Sans"/>
                <a:cs typeface="DejaVu Sans"/>
              </a:defRPr>
            </a:lvl4pPr>
            <a:lvl5pPr algn="l">
              <a:defRPr sz="1125" b="0">
                <a:solidFill>
                  <a:srgbClr val="9EADB9"/>
                </a:solidFill>
                <a:latin typeface="DejaVu Sans"/>
                <a:ea typeface="DejaVu Sans"/>
                <a:cs typeface="DejaVu Sans"/>
              </a:defRPr>
            </a:lvl5pPr>
            <a:lvl6pPr algn="l">
              <a:defRPr sz="1125" b="0">
                <a:solidFill>
                  <a:srgbClr val="9EADB9"/>
                </a:solidFill>
                <a:latin typeface="DejaVu Sans"/>
                <a:ea typeface="DejaVu Sans"/>
                <a:cs typeface="DejaVu Sans"/>
              </a:defRPr>
            </a:lvl6pPr>
            <a:lvl7pPr algn="l">
              <a:defRPr sz="1125" b="0">
                <a:solidFill>
                  <a:srgbClr val="9EADB9"/>
                </a:solidFill>
                <a:latin typeface="DejaVu Sans"/>
                <a:ea typeface="DejaVu Sans"/>
                <a:cs typeface="DejaVu Sans"/>
              </a:defRPr>
            </a:lvl7pPr>
            <a:lvl8pPr algn="l">
              <a:defRPr sz="1125" b="0">
                <a:solidFill>
                  <a:srgbClr val="9EADB9"/>
                </a:solidFill>
                <a:latin typeface="DejaVu Sans"/>
                <a:ea typeface="DejaVu Sans"/>
                <a:cs typeface="DejaVu Sans"/>
              </a:defRPr>
            </a:lvl8pPr>
            <a:lvl9pPr algn="l">
              <a:defRPr sz="1125" b="0">
                <a:solidFill>
                  <a:srgbClr val="9EADB9"/>
                </a:solidFill>
                <a:latin typeface="DejaVu Sans"/>
                <a:ea typeface="DejaVu Sans"/>
                <a:cs typeface="DejaVu Sans"/>
              </a:defRPr>
            </a:lvl9pPr>
          </a:lstStyle>
          <a:p xmlns:a="http://schemas.openxmlformats.org/drawingml/2006/main">
            <a:pPr algn="l">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Kenneth 1/3   Kode: src/models/Pengguna.js, src/services/billing.js</a:t>
            </a:r>
          </a:p>
        </p:txBody>
      </p:sp>
      <p:sp>
        <p:nvSpPr>
          <p:cNvPr id="6" name="text-5">
            <a:extLst xmlns:a="http://schemas.openxmlformats.org/drawingml/2006/main">
              <a:ext uri="{FF2B5EF4-FFF2-40B4-BE49-F238E27FC236}">
                <a16:creationId xmlns:a16="http://schemas.microsoft.com/office/drawing/2014/main" id="{E8C8B612-1157-4AE0-934B-6071A4B541D6}"/>
              </a:ext>
            </a:extLst>
          </p:cNvPr>
          <p:cNvSpPr>
            <a:spLocks xmlns:a="http://schemas.openxmlformats.org/drawingml/2006/main" noGrp="1"/>
          </p:cNvSpPr>
          <p:nvPr/>
        </p:nvSpPr>
        <p:spPr>
          <a:xfrm xmlns:a="http://schemas.openxmlformats.org/drawingml/2006/main">
            <a:off x="10877550" y="6562725"/>
            <a:ext cx="704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9EADB9"/>
                </a:solidFill>
                <a:latin typeface="DejaVu Sans"/>
                <a:ea typeface="DejaVu Sans"/>
                <a:cs typeface="DejaVu Sans"/>
              </a:defRPr>
            </a:defPPr>
            <a:lvl1pPr algn="r">
              <a:defRPr sz="1125" b="0">
                <a:solidFill>
                  <a:srgbClr val="9EADB9"/>
                </a:solidFill>
                <a:latin typeface="DejaVu Sans"/>
                <a:ea typeface="DejaVu Sans"/>
                <a:cs typeface="DejaVu Sans"/>
              </a:defRPr>
            </a:lvl1pPr>
            <a:lvl2pPr algn="r">
              <a:defRPr sz="1125" b="0">
                <a:solidFill>
                  <a:srgbClr val="9EADB9"/>
                </a:solidFill>
                <a:latin typeface="DejaVu Sans"/>
                <a:ea typeface="DejaVu Sans"/>
                <a:cs typeface="DejaVu Sans"/>
              </a:defRPr>
            </a:lvl2pPr>
            <a:lvl3pPr algn="r">
              <a:defRPr sz="1125" b="0">
                <a:solidFill>
                  <a:srgbClr val="9EADB9"/>
                </a:solidFill>
                <a:latin typeface="DejaVu Sans"/>
                <a:ea typeface="DejaVu Sans"/>
                <a:cs typeface="DejaVu Sans"/>
              </a:defRPr>
            </a:lvl3pPr>
            <a:lvl4pPr algn="r">
              <a:defRPr sz="1125" b="0">
                <a:solidFill>
                  <a:srgbClr val="9EADB9"/>
                </a:solidFill>
                <a:latin typeface="DejaVu Sans"/>
                <a:ea typeface="DejaVu Sans"/>
                <a:cs typeface="DejaVu Sans"/>
              </a:defRPr>
            </a:lvl4pPr>
            <a:lvl5pPr algn="r">
              <a:defRPr sz="1125" b="0">
                <a:solidFill>
                  <a:srgbClr val="9EADB9"/>
                </a:solidFill>
                <a:latin typeface="DejaVu Sans"/>
                <a:ea typeface="DejaVu Sans"/>
                <a:cs typeface="DejaVu Sans"/>
              </a:defRPr>
            </a:lvl5pPr>
            <a:lvl6pPr algn="r">
              <a:defRPr sz="1125" b="0">
                <a:solidFill>
                  <a:srgbClr val="9EADB9"/>
                </a:solidFill>
                <a:latin typeface="DejaVu Sans"/>
                <a:ea typeface="DejaVu Sans"/>
                <a:cs typeface="DejaVu Sans"/>
              </a:defRPr>
            </a:lvl6pPr>
            <a:lvl7pPr algn="r">
              <a:defRPr sz="1125" b="0">
                <a:solidFill>
                  <a:srgbClr val="9EADB9"/>
                </a:solidFill>
                <a:latin typeface="DejaVu Sans"/>
                <a:ea typeface="DejaVu Sans"/>
                <a:cs typeface="DejaVu Sans"/>
              </a:defRPr>
            </a:lvl7pPr>
            <a:lvl8pPr algn="r">
              <a:defRPr sz="1125" b="0">
                <a:solidFill>
                  <a:srgbClr val="9EADB9"/>
                </a:solidFill>
                <a:latin typeface="DejaVu Sans"/>
                <a:ea typeface="DejaVu Sans"/>
                <a:cs typeface="DejaVu Sans"/>
              </a:defRPr>
            </a:lvl8pPr>
            <a:lvl9pPr algn="r">
              <a:defRPr sz="1125" b="0">
                <a:solidFill>
                  <a:srgbClr val="9EADB9"/>
                </a:solidFill>
                <a:latin typeface="DejaVu Sans"/>
                <a:ea typeface="DejaVu Sans"/>
                <a:cs typeface="DejaVu Sans"/>
              </a:defRPr>
            </a:lvl9pPr>
          </a:lstStyle>
          <a:p xmlns:a="http://schemas.openxmlformats.org/drawingml/2006/main">
            <a:pPr algn="r">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01/12</a:t>
            </a:r>
          </a:p>
        </p:txBody>
      </p:sp>
    </p:spTree>
    <p:extLst>
      <p:ext uri="{BB962C8B-B14F-4D97-AF65-F5344CB8AC3E}">
        <p14:creationId xmlns:p14="http://schemas.microsoft.com/office/powerpoint/2010/main" val="1995229782"/>
      </p:ext>
    </p:extLst>
  </p:cSld>
</p:sld>
</file>

<file path=ppt/slides/slide2.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7" name="text-6">
            <a:extLst xmlns:a="http://schemas.openxmlformats.org/drawingml/2006/main">
              <a:ext uri="{FF2B5EF4-FFF2-40B4-BE49-F238E27FC236}">
                <a16:creationId xmlns:a16="http://schemas.microsoft.com/office/drawing/2014/main" id="{66247075-DB08-4CED-A575-4CF4AABB9E02}"/>
              </a:ext>
            </a:extLst>
          </p:cNvPr>
          <p:cNvSpPr>
            <a:spLocks xmlns:a="http://schemas.openxmlformats.org/drawingml/2006/main" noGrp="1"/>
          </p:cNvSpPr>
          <p:nvPr/>
        </p:nvSpPr>
        <p:spPr>
          <a:xfrm xmlns:a="http://schemas.openxmlformats.org/drawingml/2006/main">
            <a:off x="609600" y="4095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5F7FA"/>
                </a:solidFill>
                <a:latin typeface="DejaVu Sans"/>
                <a:ea typeface="DejaVu Sans"/>
                <a:cs typeface="DejaVu Sans"/>
              </a:defRPr>
            </a:defPPr>
            <a:lvl1pPr algn="l">
              <a:defRPr sz="3225" b="1">
                <a:solidFill>
                  <a:srgbClr val="F5F7FA"/>
                </a:solidFill>
                <a:latin typeface="DejaVu Sans"/>
                <a:ea typeface="DejaVu Sans"/>
                <a:cs typeface="DejaVu Sans"/>
              </a:defRPr>
            </a:lvl1pPr>
            <a:lvl2pPr algn="l">
              <a:defRPr sz="3225" b="1">
                <a:solidFill>
                  <a:srgbClr val="F5F7FA"/>
                </a:solidFill>
                <a:latin typeface="DejaVu Sans"/>
                <a:ea typeface="DejaVu Sans"/>
                <a:cs typeface="DejaVu Sans"/>
              </a:defRPr>
            </a:lvl2pPr>
            <a:lvl3pPr algn="l">
              <a:defRPr sz="3225" b="1">
                <a:solidFill>
                  <a:srgbClr val="F5F7FA"/>
                </a:solidFill>
                <a:latin typeface="DejaVu Sans"/>
                <a:ea typeface="DejaVu Sans"/>
                <a:cs typeface="DejaVu Sans"/>
              </a:defRPr>
            </a:lvl3pPr>
            <a:lvl4pPr algn="l">
              <a:defRPr sz="3225" b="1">
                <a:solidFill>
                  <a:srgbClr val="F5F7FA"/>
                </a:solidFill>
                <a:latin typeface="DejaVu Sans"/>
                <a:ea typeface="DejaVu Sans"/>
                <a:cs typeface="DejaVu Sans"/>
              </a:defRPr>
            </a:lvl4pPr>
            <a:lvl5pPr algn="l">
              <a:defRPr sz="3225" b="1">
                <a:solidFill>
                  <a:srgbClr val="F5F7FA"/>
                </a:solidFill>
                <a:latin typeface="DejaVu Sans"/>
                <a:ea typeface="DejaVu Sans"/>
                <a:cs typeface="DejaVu Sans"/>
              </a:defRPr>
            </a:lvl5pPr>
            <a:lvl6pPr algn="l">
              <a:defRPr sz="3225" b="1">
                <a:solidFill>
                  <a:srgbClr val="F5F7FA"/>
                </a:solidFill>
                <a:latin typeface="DejaVu Sans"/>
                <a:ea typeface="DejaVu Sans"/>
                <a:cs typeface="DejaVu Sans"/>
              </a:defRPr>
            </a:lvl6pPr>
            <a:lvl7pPr algn="l">
              <a:defRPr sz="3225" b="1">
                <a:solidFill>
                  <a:srgbClr val="F5F7FA"/>
                </a:solidFill>
                <a:latin typeface="DejaVu Sans"/>
                <a:ea typeface="DejaVu Sans"/>
                <a:cs typeface="DejaVu Sans"/>
              </a:defRPr>
            </a:lvl7pPr>
            <a:lvl8pPr algn="l">
              <a:defRPr sz="3225" b="1">
                <a:solidFill>
                  <a:srgbClr val="F5F7FA"/>
                </a:solidFill>
                <a:latin typeface="DejaVu Sans"/>
                <a:ea typeface="DejaVu Sans"/>
                <a:cs typeface="DejaVu Sans"/>
              </a:defRPr>
            </a:lvl8pPr>
            <a:lvl9pPr algn="l">
              <a:defRPr sz="3225" b="1">
                <a:solidFill>
                  <a:srgbClr val="F5F7FA"/>
                </a:solidFill>
                <a:latin typeface="DejaVu Sans"/>
                <a:ea typeface="DejaVu Sans"/>
                <a:cs typeface="DejaVu Sans"/>
              </a:defRPr>
            </a:lvl9pPr>
          </a:lstStyle>
          <a:p xmlns:a="http://schemas.openxmlformats.org/drawingml/2006/main">
            <a:pPr algn="l">
              <a:lnSpc>
                <a:spcPct val="104000"/>
              </a:lnSpc>
              <a:buNone/>
              <a:defRPr sz="3225" b="1">
                <a:solidFill>
                  <a:srgbClr val="F5F7FA"/>
                </a:solidFill>
                <a:latin typeface="DejaVu Sans"/>
                <a:ea typeface="DejaVu Sans"/>
                <a:cs typeface="DejaVu Sans"/>
              </a:defRPr>
            </a:pPr>
            <a:r>
              <a:rPr sz="3225" b="1">
                <a:solidFill>
                  <a:srgbClr val="F5F7FA"/>
                </a:solidFill>
                <a:latin typeface="DejaVu Sans"/>
                <a:ea typeface="DejaVu Sans"/>
                <a:cs typeface="DejaVu Sans"/>
              </a:rPr>
              <a:t>Invoice dan status pembayaran</a:t>
            </a:r>
          </a:p>
        </p:txBody>
      </p:sp>
      <p:sp>
        <p:nvSpPr>
          <p:cNvPr id="2" name="text-7">
            <a:extLst xmlns:a="http://schemas.openxmlformats.org/drawingml/2006/main">
              <a:ext uri="{FF2B5EF4-FFF2-40B4-BE49-F238E27FC236}">
                <a16:creationId xmlns:a16="http://schemas.microsoft.com/office/drawing/2014/main" id="{B9330BA3-B559-4502-AFA6-32B48D2A8D65}"/>
              </a:ext>
            </a:extLst>
          </p:cNvPr>
          <p:cNvSpPr>
            <a:spLocks xmlns:a="http://schemas.openxmlformats.org/drawingml/2006/main" noGrp="1"/>
          </p:cNvSpPr>
          <p:nvPr/>
        </p:nvSpPr>
        <p:spPr>
          <a:xfrm xmlns:a="http://schemas.openxmlformats.org/drawingml/2006/main">
            <a:off x="609600" y="115252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3E8"/>
                </a:solidFill>
                <a:latin typeface="DejaVu Sans"/>
                <a:ea typeface="DejaVu Sans"/>
                <a:cs typeface="DejaVu Sans"/>
              </a:defRPr>
            </a:defPPr>
            <a:lvl1pPr algn="l">
              <a:defRPr sz="1875" b="0">
                <a:solidFill>
                  <a:srgbClr val="DDE3E8"/>
                </a:solidFill>
                <a:latin typeface="DejaVu Sans"/>
                <a:ea typeface="DejaVu Sans"/>
                <a:cs typeface="DejaVu Sans"/>
              </a:defRPr>
            </a:lvl1pPr>
            <a:lvl2pPr algn="l">
              <a:defRPr sz="1875" b="0">
                <a:solidFill>
                  <a:srgbClr val="DDE3E8"/>
                </a:solidFill>
                <a:latin typeface="DejaVu Sans"/>
                <a:ea typeface="DejaVu Sans"/>
                <a:cs typeface="DejaVu Sans"/>
              </a:defRPr>
            </a:lvl2pPr>
            <a:lvl3pPr algn="l">
              <a:defRPr sz="1875" b="0">
                <a:solidFill>
                  <a:srgbClr val="DDE3E8"/>
                </a:solidFill>
                <a:latin typeface="DejaVu Sans"/>
                <a:ea typeface="DejaVu Sans"/>
                <a:cs typeface="DejaVu Sans"/>
              </a:defRPr>
            </a:lvl3pPr>
            <a:lvl4pPr algn="l">
              <a:defRPr sz="1875" b="0">
                <a:solidFill>
                  <a:srgbClr val="DDE3E8"/>
                </a:solidFill>
                <a:latin typeface="DejaVu Sans"/>
                <a:ea typeface="DejaVu Sans"/>
                <a:cs typeface="DejaVu Sans"/>
              </a:defRPr>
            </a:lvl4pPr>
            <a:lvl5pPr algn="l">
              <a:defRPr sz="1875" b="0">
                <a:solidFill>
                  <a:srgbClr val="DDE3E8"/>
                </a:solidFill>
                <a:latin typeface="DejaVu Sans"/>
                <a:ea typeface="DejaVu Sans"/>
                <a:cs typeface="DejaVu Sans"/>
              </a:defRPr>
            </a:lvl5pPr>
            <a:lvl6pPr algn="l">
              <a:defRPr sz="1875" b="0">
                <a:solidFill>
                  <a:srgbClr val="DDE3E8"/>
                </a:solidFill>
                <a:latin typeface="DejaVu Sans"/>
                <a:ea typeface="DejaVu Sans"/>
                <a:cs typeface="DejaVu Sans"/>
              </a:defRPr>
            </a:lvl6pPr>
            <a:lvl7pPr algn="l">
              <a:defRPr sz="1875" b="0">
                <a:solidFill>
                  <a:srgbClr val="DDE3E8"/>
                </a:solidFill>
                <a:latin typeface="DejaVu Sans"/>
                <a:ea typeface="DejaVu Sans"/>
                <a:cs typeface="DejaVu Sans"/>
              </a:defRPr>
            </a:lvl7pPr>
            <a:lvl8pPr algn="l">
              <a:defRPr sz="1875" b="0">
                <a:solidFill>
                  <a:srgbClr val="DDE3E8"/>
                </a:solidFill>
                <a:latin typeface="DejaVu Sans"/>
                <a:ea typeface="DejaVu Sans"/>
                <a:cs typeface="DejaVu Sans"/>
              </a:defRPr>
            </a:lvl8pPr>
            <a:lvl9pPr algn="l">
              <a:defRPr sz="1875" b="0">
                <a:solidFill>
                  <a:srgbClr val="DDE3E8"/>
                </a:solidFill>
                <a:latin typeface="DejaVu Sans"/>
                <a:ea typeface="DejaVu Sans"/>
                <a:cs typeface="DejaVu Sans"/>
              </a:defRPr>
            </a:lvl9pPr>
          </a:lstStyle>
          <a:p xmlns:a="http://schemas.openxmlformats.org/drawingml/2006/main">
            <a:pPr algn="l">
              <a:lnSpc>
                <a:spcPct val="104000"/>
              </a:lnSpc>
              <a:buNone/>
              <a:defRPr sz="1875" b="0">
                <a:solidFill>
                  <a:srgbClr val="DDE3E8"/>
                </a:solidFill>
                <a:latin typeface="DejaVu Sans"/>
                <a:ea typeface="DejaVu Sans"/>
                <a:cs typeface="DejaVu Sans"/>
              </a:defRPr>
            </a:pPr>
            <a:r>
              <a:rPr sz="1875" b="0">
                <a:solidFill>
                  <a:srgbClr val="DDE3E8"/>
                </a:solidFill>
                <a:latin typeface="DejaVu Sans"/>
                <a:ea typeface="DejaVu Sans"/>
                <a:cs typeface="DejaVu Sans"/>
              </a:rPr>
              <a:t>Model Payment menyimpan riwayat pembelian, termasuk yang belum dibayar.</a:t>
            </a:r>
          </a:p>
        </p:txBody>
      </p:sp>
      <p:graphicFrame>
        <p:nvGraphicFramePr>
          <p:cNvPr id="3" name="">
            <a:extLst xmlns:a="http://schemas.openxmlformats.org/drawingml/2006/main">
              <a:ext uri="{FF2B5EF4-FFF2-40B4-BE49-F238E27FC236}">
                <a16:creationId xmlns:a16="http://schemas.microsoft.com/office/drawing/2014/main" id="{4BA9987D-EC56-4B6E-830C-49AF91593CAC}"/>
              </a:ext>
            </a:extLst>
          </p:cNvPr>
          <p:cNvGraphicFramePr/>
          <p:nvPr/>
        </p:nvGraphicFramePr>
        <p:xfrm>
          <a:off xmlns:a="http://schemas.openxmlformats.org/drawingml/2006/main" x="609600" y="1762125"/>
          <a:ext xmlns:a="http://schemas.openxmlformats.org/drawingml/2006/main" cx="10972800" cy="3905250"/>
        </p:xfrm>
        <a:graphic xmlns:a="http://schemas.openxmlformats.org/drawingml/2006/main">
          <a:graphicData uri="http://schemas.openxmlformats.org/drawingml/2006/table">
            <a:tbl>
              <a:tblPr firstRow="0" firstCol="0" bandRow="0"/>
              <a:tblGrid>
                <a:gridCol w="4476750"/>
                <a:gridCol w="6496050"/>
              </a:tblGrid>
              <a:tr h="476250">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Bagian kode</a:t>
                      </a:r>
                    </a:p>
                  </a:txBody>
                  <a:tcPr marL="91440" marR="91440" marT="45720" marB="45720" anchor="ctr">
                    <a:lnL w="9525">
                      <a:solidFill>
                        <a:srgbClr val="34414C"/>
                      </a:solidFill>
                      <a:prstDash val="solid"/>
                    </a:lnL>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Pekerjaannya</a:t>
                      </a:r>
                    </a:p>
                  </a:txBody>
                  <a:tcPr marL="91440" marR="91440" marT="45720" marB="45720" anchor="ctr">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invoice_no</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Memberi nomor unik pada setiap transaksi.</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amount, billing_days</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Menyimpan harga dan durasi dari server saat</a:t>
                      </a:r>
                    </a:p>
                    <a:p>
                      <a:pPr algn="l">
                        <a:lnSpc>
                          <a:spcPct val="100000"/>
                        </a:lnSpc>
                        <a:buNone/>
                      </a:pPr>
                      <a:r>
                        <a:rPr sz="1950" b="0">
                          <a:solidFill>
                            <a:srgbClr val="DDE3E8"/>
                          </a:solidFill>
                          <a:latin typeface="DejaVu Sans"/>
                          <a:ea typeface="DejaVu Sans"/>
                          <a:cs typeface="DejaVu Sans"/>
                        </a:rPr>
                        <a:t>checkout.</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status</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Mencatat pending, paid, cancelled atau expired.</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checkout_key</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Mencegah invoice ganda untuk checkout yang</a:t>
                      </a:r>
                    </a:p>
                    <a:p>
                      <a:pPr algn="l">
                        <a:lnSpc>
                          <a:spcPct val="100000"/>
                        </a:lnSpc>
                        <a:buNone/>
                      </a:pPr>
                      <a:r>
                        <a:rPr sz="1950" b="0">
                          <a:solidFill>
                            <a:srgbClr val="DDE3E8"/>
                          </a:solidFill>
                          <a:latin typeface="DejaVu Sans"/>
                          <a:ea typeface="DejaVu Sans"/>
                          <a:cs typeface="DejaVu Sans"/>
                        </a:rPr>
                        <a:t>sama.</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bl>
          </a:graphicData>
        </a:graphic>
      </p:graphicFrame>
      <p:sp>
        <p:nvSpPr>
          <p:cNvPr id="4" name="text-8">
            <a:extLst xmlns:a="http://schemas.openxmlformats.org/drawingml/2006/main">
              <a:ext uri="{FF2B5EF4-FFF2-40B4-BE49-F238E27FC236}">
                <a16:creationId xmlns:a16="http://schemas.microsoft.com/office/drawing/2014/main" id="{399698B5-A388-422F-94A1-51B483453764}"/>
              </a:ext>
            </a:extLst>
          </p:cNvPr>
          <p:cNvSpPr>
            <a:spLocks xmlns:a="http://schemas.openxmlformats.org/drawingml/2006/main" noGrp="1"/>
          </p:cNvSpPr>
          <p:nvPr/>
        </p:nvSpPr>
        <p:spPr>
          <a:xfrm xmlns:a="http://schemas.openxmlformats.org/drawingml/2006/main">
            <a:off x="609600" y="592455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87E5D0"/>
                </a:solidFill>
                <a:latin typeface="DejaVu Sans"/>
                <a:ea typeface="DejaVu Sans"/>
                <a:cs typeface="DejaVu Sans"/>
              </a:defRPr>
            </a:defPPr>
            <a:lvl1pPr algn="l">
              <a:defRPr sz="1950" b="0">
                <a:solidFill>
                  <a:srgbClr val="87E5D0"/>
                </a:solidFill>
                <a:latin typeface="DejaVu Sans"/>
                <a:ea typeface="DejaVu Sans"/>
                <a:cs typeface="DejaVu Sans"/>
              </a:defRPr>
            </a:lvl1pPr>
            <a:lvl2pPr algn="l">
              <a:defRPr sz="1950" b="0">
                <a:solidFill>
                  <a:srgbClr val="87E5D0"/>
                </a:solidFill>
                <a:latin typeface="DejaVu Sans"/>
                <a:ea typeface="DejaVu Sans"/>
                <a:cs typeface="DejaVu Sans"/>
              </a:defRPr>
            </a:lvl2pPr>
            <a:lvl3pPr algn="l">
              <a:defRPr sz="1950" b="0">
                <a:solidFill>
                  <a:srgbClr val="87E5D0"/>
                </a:solidFill>
                <a:latin typeface="DejaVu Sans"/>
                <a:ea typeface="DejaVu Sans"/>
                <a:cs typeface="DejaVu Sans"/>
              </a:defRPr>
            </a:lvl3pPr>
            <a:lvl4pPr algn="l">
              <a:defRPr sz="1950" b="0">
                <a:solidFill>
                  <a:srgbClr val="87E5D0"/>
                </a:solidFill>
                <a:latin typeface="DejaVu Sans"/>
                <a:ea typeface="DejaVu Sans"/>
                <a:cs typeface="DejaVu Sans"/>
              </a:defRPr>
            </a:lvl4pPr>
            <a:lvl5pPr algn="l">
              <a:defRPr sz="1950" b="0">
                <a:solidFill>
                  <a:srgbClr val="87E5D0"/>
                </a:solidFill>
                <a:latin typeface="DejaVu Sans"/>
                <a:ea typeface="DejaVu Sans"/>
                <a:cs typeface="DejaVu Sans"/>
              </a:defRPr>
            </a:lvl5pPr>
            <a:lvl6pPr algn="l">
              <a:defRPr sz="1950" b="0">
                <a:solidFill>
                  <a:srgbClr val="87E5D0"/>
                </a:solidFill>
                <a:latin typeface="DejaVu Sans"/>
                <a:ea typeface="DejaVu Sans"/>
                <a:cs typeface="DejaVu Sans"/>
              </a:defRPr>
            </a:lvl6pPr>
            <a:lvl7pPr algn="l">
              <a:defRPr sz="1950" b="0">
                <a:solidFill>
                  <a:srgbClr val="87E5D0"/>
                </a:solidFill>
                <a:latin typeface="DejaVu Sans"/>
                <a:ea typeface="DejaVu Sans"/>
                <a:cs typeface="DejaVu Sans"/>
              </a:defRPr>
            </a:lvl7pPr>
            <a:lvl8pPr algn="l">
              <a:defRPr sz="1950" b="0">
                <a:solidFill>
                  <a:srgbClr val="87E5D0"/>
                </a:solidFill>
                <a:latin typeface="DejaVu Sans"/>
                <a:ea typeface="DejaVu Sans"/>
                <a:cs typeface="DejaVu Sans"/>
              </a:defRPr>
            </a:lvl8pPr>
            <a:lvl9pPr algn="l">
              <a:defRPr sz="1950" b="0">
                <a:solidFill>
                  <a:srgbClr val="87E5D0"/>
                </a:solidFill>
                <a:latin typeface="DejaVu Sans"/>
                <a:ea typeface="DejaVu Sans"/>
                <a:cs typeface="DejaVu Sans"/>
              </a:defRPr>
            </a:lvl9pPr>
          </a:lstStyle>
          <a:p xmlns:a="http://schemas.openxmlformats.org/drawingml/2006/main">
            <a:pPr algn="l">
              <a:lnSpc>
                <a:spcPct val="104000"/>
              </a:lnSpc>
              <a:buNone/>
              <a:defRPr sz="1950" b="0">
                <a:solidFill>
                  <a:srgbClr val="87E5D0"/>
                </a:solidFill>
                <a:latin typeface="DejaVu Sans"/>
                <a:ea typeface="DejaVu Sans"/>
                <a:cs typeface="DejaVu Sans"/>
              </a:defRPr>
            </a:pPr>
            <a:r>
              <a:rPr sz="1950" b="0">
                <a:solidFill>
                  <a:srgbClr val="87E5D0"/>
                </a:solidFill>
                <a:latin typeface="DejaVu Sans"/>
                <a:ea typeface="DejaVu Sans"/>
                <a:cs typeface="DejaVu Sans"/>
              </a:rPr>
              <a:t>Checkout Premium membuat pending Rp99.000, belum memberi akses Premium.</a:t>
            </a:r>
          </a:p>
        </p:txBody>
      </p:sp>
      <p:sp>
        <p:nvSpPr>
          <p:cNvPr id="5" name="text-9">
            <a:extLst xmlns:a="http://schemas.openxmlformats.org/drawingml/2006/main">
              <a:ext uri="{FF2B5EF4-FFF2-40B4-BE49-F238E27FC236}">
                <a16:creationId xmlns:a16="http://schemas.microsoft.com/office/drawing/2014/main" id="{6AE2A3E6-00B8-40B9-8981-9DB04286CF9D}"/>
              </a:ext>
            </a:extLst>
          </p:cNvPr>
          <p:cNvSpPr>
            <a:spLocks xmlns:a="http://schemas.openxmlformats.org/drawingml/2006/main" noGrp="1"/>
          </p:cNvSpPr>
          <p:nvPr/>
        </p:nvSpPr>
        <p:spPr>
          <a:xfrm xmlns:a="http://schemas.openxmlformats.org/drawingml/2006/main">
            <a:off x="609600" y="6562725"/>
            <a:ext cx="1005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EADB9"/>
                </a:solidFill>
                <a:latin typeface="DejaVu Sans"/>
                <a:ea typeface="DejaVu Sans"/>
                <a:cs typeface="DejaVu Sans"/>
              </a:defRPr>
            </a:defPPr>
            <a:lvl1pPr algn="l">
              <a:defRPr sz="1125" b="0">
                <a:solidFill>
                  <a:srgbClr val="9EADB9"/>
                </a:solidFill>
                <a:latin typeface="DejaVu Sans"/>
                <a:ea typeface="DejaVu Sans"/>
                <a:cs typeface="DejaVu Sans"/>
              </a:defRPr>
            </a:lvl1pPr>
            <a:lvl2pPr algn="l">
              <a:defRPr sz="1125" b="0">
                <a:solidFill>
                  <a:srgbClr val="9EADB9"/>
                </a:solidFill>
                <a:latin typeface="DejaVu Sans"/>
                <a:ea typeface="DejaVu Sans"/>
                <a:cs typeface="DejaVu Sans"/>
              </a:defRPr>
            </a:lvl2pPr>
            <a:lvl3pPr algn="l">
              <a:defRPr sz="1125" b="0">
                <a:solidFill>
                  <a:srgbClr val="9EADB9"/>
                </a:solidFill>
                <a:latin typeface="DejaVu Sans"/>
                <a:ea typeface="DejaVu Sans"/>
                <a:cs typeface="DejaVu Sans"/>
              </a:defRPr>
            </a:lvl3pPr>
            <a:lvl4pPr algn="l">
              <a:defRPr sz="1125" b="0">
                <a:solidFill>
                  <a:srgbClr val="9EADB9"/>
                </a:solidFill>
                <a:latin typeface="DejaVu Sans"/>
                <a:ea typeface="DejaVu Sans"/>
                <a:cs typeface="DejaVu Sans"/>
              </a:defRPr>
            </a:lvl4pPr>
            <a:lvl5pPr algn="l">
              <a:defRPr sz="1125" b="0">
                <a:solidFill>
                  <a:srgbClr val="9EADB9"/>
                </a:solidFill>
                <a:latin typeface="DejaVu Sans"/>
                <a:ea typeface="DejaVu Sans"/>
                <a:cs typeface="DejaVu Sans"/>
              </a:defRPr>
            </a:lvl5pPr>
            <a:lvl6pPr algn="l">
              <a:defRPr sz="1125" b="0">
                <a:solidFill>
                  <a:srgbClr val="9EADB9"/>
                </a:solidFill>
                <a:latin typeface="DejaVu Sans"/>
                <a:ea typeface="DejaVu Sans"/>
                <a:cs typeface="DejaVu Sans"/>
              </a:defRPr>
            </a:lvl6pPr>
            <a:lvl7pPr algn="l">
              <a:defRPr sz="1125" b="0">
                <a:solidFill>
                  <a:srgbClr val="9EADB9"/>
                </a:solidFill>
                <a:latin typeface="DejaVu Sans"/>
                <a:ea typeface="DejaVu Sans"/>
                <a:cs typeface="DejaVu Sans"/>
              </a:defRPr>
            </a:lvl7pPr>
            <a:lvl8pPr algn="l">
              <a:defRPr sz="1125" b="0">
                <a:solidFill>
                  <a:srgbClr val="9EADB9"/>
                </a:solidFill>
                <a:latin typeface="DejaVu Sans"/>
                <a:ea typeface="DejaVu Sans"/>
                <a:cs typeface="DejaVu Sans"/>
              </a:defRPr>
            </a:lvl8pPr>
            <a:lvl9pPr algn="l">
              <a:defRPr sz="1125" b="0">
                <a:solidFill>
                  <a:srgbClr val="9EADB9"/>
                </a:solidFill>
                <a:latin typeface="DejaVu Sans"/>
                <a:ea typeface="DejaVu Sans"/>
                <a:cs typeface="DejaVu Sans"/>
              </a:defRPr>
            </a:lvl9pPr>
          </a:lstStyle>
          <a:p xmlns:a="http://schemas.openxmlformats.org/drawingml/2006/main">
            <a:pPr algn="l">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Kenneth 2/3   Kode: src/models/Payment.js</a:t>
            </a:r>
          </a:p>
        </p:txBody>
      </p:sp>
      <p:sp>
        <p:nvSpPr>
          <p:cNvPr id="6" name="text-10">
            <a:extLst xmlns:a="http://schemas.openxmlformats.org/drawingml/2006/main">
              <a:ext uri="{FF2B5EF4-FFF2-40B4-BE49-F238E27FC236}">
                <a16:creationId xmlns:a16="http://schemas.microsoft.com/office/drawing/2014/main" id="{71670BD6-71A8-47B8-83E5-A7F0E94B1C4C}"/>
              </a:ext>
            </a:extLst>
          </p:cNvPr>
          <p:cNvSpPr>
            <a:spLocks xmlns:a="http://schemas.openxmlformats.org/drawingml/2006/main" noGrp="1"/>
          </p:cNvSpPr>
          <p:nvPr/>
        </p:nvSpPr>
        <p:spPr>
          <a:xfrm xmlns:a="http://schemas.openxmlformats.org/drawingml/2006/main">
            <a:off x="10877550" y="6562725"/>
            <a:ext cx="704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9EADB9"/>
                </a:solidFill>
                <a:latin typeface="DejaVu Sans"/>
                <a:ea typeface="DejaVu Sans"/>
                <a:cs typeface="DejaVu Sans"/>
              </a:defRPr>
            </a:defPPr>
            <a:lvl1pPr algn="r">
              <a:defRPr sz="1125" b="0">
                <a:solidFill>
                  <a:srgbClr val="9EADB9"/>
                </a:solidFill>
                <a:latin typeface="DejaVu Sans"/>
                <a:ea typeface="DejaVu Sans"/>
                <a:cs typeface="DejaVu Sans"/>
              </a:defRPr>
            </a:lvl1pPr>
            <a:lvl2pPr algn="r">
              <a:defRPr sz="1125" b="0">
                <a:solidFill>
                  <a:srgbClr val="9EADB9"/>
                </a:solidFill>
                <a:latin typeface="DejaVu Sans"/>
                <a:ea typeface="DejaVu Sans"/>
                <a:cs typeface="DejaVu Sans"/>
              </a:defRPr>
            </a:lvl2pPr>
            <a:lvl3pPr algn="r">
              <a:defRPr sz="1125" b="0">
                <a:solidFill>
                  <a:srgbClr val="9EADB9"/>
                </a:solidFill>
                <a:latin typeface="DejaVu Sans"/>
                <a:ea typeface="DejaVu Sans"/>
                <a:cs typeface="DejaVu Sans"/>
              </a:defRPr>
            </a:lvl3pPr>
            <a:lvl4pPr algn="r">
              <a:defRPr sz="1125" b="0">
                <a:solidFill>
                  <a:srgbClr val="9EADB9"/>
                </a:solidFill>
                <a:latin typeface="DejaVu Sans"/>
                <a:ea typeface="DejaVu Sans"/>
                <a:cs typeface="DejaVu Sans"/>
              </a:defRPr>
            </a:lvl4pPr>
            <a:lvl5pPr algn="r">
              <a:defRPr sz="1125" b="0">
                <a:solidFill>
                  <a:srgbClr val="9EADB9"/>
                </a:solidFill>
                <a:latin typeface="DejaVu Sans"/>
                <a:ea typeface="DejaVu Sans"/>
                <a:cs typeface="DejaVu Sans"/>
              </a:defRPr>
            </a:lvl5pPr>
            <a:lvl6pPr algn="r">
              <a:defRPr sz="1125" b="0">
                <a:solidFill>
                  <a:srgbClr val="9EADB9"/>
                </a:solidFill>
                <a:latin typeface="DejaVu Sans"/>
                <a:ea typeface="DejaVu Sans"/>
                <a:cs typeface="DejaVu Sans"/>
              </a:defRPr>
            </a:lvl6pPr>
            <a:lvl7pPr algn="r">
              <a:defRPr sz="1125" b="0">
                <a:solidFill>
                  <a:srgbClr val="9EADB9"/>
                </a:solidFill>
                <a:latin typeface="DejaVu Sans"/>
                <a:ea typeface="DejaVu Sans"/>
                <a:cs typeface="DejaVu Sans"/>
              </a:defRPr>
            </a:lvl7pPr>
            <a:lvl8pPr algn="r">
              <a:defRPr sz="1125" b="0">
                <a:solidFill>
                  <a:srgbClr val="9EADB9"/>
                </a:solidFill>
                <a:latin typeface="DejaVu Sans"/>
                <a:ea typeface="DejaVu Sans"/>
                <a:cs typeface="DejaVu Sans"/>
              </a:defRPr>
            </a:lvl8pPr>
            <a:lvl9pPr algn="r">
              <a:defRPr sz="1125" b="0">
                <a:solidFill>
                  <a:srgbClr val="9EADB9"/>
                </a:solidFill>
                <a:latin typeface="DejaVu Sans"/>
                <a:ea typeface="DejaVu Sans"/>
                <a:cs typeface="DejaVu Sans"/>
              </a:defRPr>
            </a:lvl9pPr>
          </a:lstStyle>
          <a:p xmlns:a="http://schemas.openxmlformats.org/drawingml/2006/main">
            <a:pPr algn="r">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02/12</a:t>
            </a:r>
          </a:p>
        </p:txBody>
      </p:sp>
    </p:spTree>
    <p:extLst>
      <p:ext uri="{BB962C8B-B14F-4D97-AF65-F5344CB8AC3E}">
        <p14:creationId xmlns:p14="http://schemas.microsoft.com/office/powerpoint/2010/main" val="931152476"/>
      </p:ext>
    </p:extLst>
  </p:cSld>
</p:sld>
</file>

<file path=ppt/slides/slide3.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7" name="text-11">
            <a:extLst xmlns:a="http://schemas.openxmlformats.org/drawingml/2006/main">
              <a:ext uri="{FF2B5EF4-FFF2-40B4-BE49-F238E27FC236}">
                <a16:creationId xmlns:a16="http://schemas.microsoft.com/office/drawing/2014/main" id="{46E675A5-59F3-4765-9112-5E84897E0A61}"/>
              </a:ext>
            </a:extLst>
          </p:cNvPr>
          <p:cNvSpPr>
            <a:spLocks xmlns:a="http://schemas.openxmlformats.org/drawingml/2006/main" noGrp="1"/>
          </p:cNvSpPr>
          <p:nvPr/>
        </p:nvSpPr>
        <p:spPr>
          <a:xfrm xmlns:a="http://schemas.openxmlformats.org/drawingml/2006/main">
            <a:off x="609600" y="4095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5F7FA"/>
                </a:solidFill>
                <a:latin typeface="DejaVu Sans"/>
                <a:ea typeface="DejaVu Sans"/>
                <a:cs typeface="DejaVu Sans"/>
              </a:defRPr>
            </a:defPPr>
            <a:lvl1pPr algn="l">
              <a:defRPr sz="3225" b="1">
                <a:solidFill>
                  <a:srgbClr val="F5F7FA"/>
                </a:solidFill>
                <a:latin typeface="DejaVu Sans"/>
                <a:ea typeface="DejaVu Sans"/>
                <a:cs typeface="DejaVu Sans"/>
              </a:defRPr>
            </a:lvl1pPr>
            <a:lvl2pPr algn="l">
              <a:defRPr sz="3225" b="1">
                <a:solidFill>
                  <a:srgbClr val="F5F7FA"/>
                </a:solidFill>
                <a:latin typeface="DejaVu Sans"/>
                <a:ea typeface="DejaVu Sans"/>
                <a:cs typeface="DejaVu Sans"/>
              </a:defRPr>
            </a:lvl2pPr>
            <a:lvl3pPr algn="l">
              <a:defRPr sz="3225" b="1">
                <a:solidFill>
                  <a:srgbClr val="F5F7FA"/>
                </a:solidFill>
                <a:latin typeface="DejaVu Sans"/>
                <a:ea typeface="DejaVu Sans"/>
                <a:cs typeface="DejaVu Sans"/>
              </a:defRPr>
            </a:lvl3pPr>
            <a:lvl4pPr algn="l">
              <a:defRPr sz="3225" b="1">
                <a:solidFill>
                  <a:srgbClr val="F5F7FA"/>
                </a:solidFill>
                <a:latin typeface="DejaVu Sans"/>
                <a:ea typeface="DejaVu Sans"/>
                <a:cs typeface="DejaVu Sans"/>
              </a:defRPr>
            </a:lvl4pPr>
            <a:lvl5pPr algn="l">
              <a:defRPr sz="3225" b="1">
                <a:solidFill>
                  <a:srgbClr val="F5F7FA"/>
                </a:solidFill>
                <a:latin typeface="DejaVu Sans"/>
                <a:ea typeface="DejaVu Sans"/>
                <a:cs typeface="DejaVu Sans"/>
              </a:defRPr>
            </a:lvl5pPr>
            <a:lvl6pPr algn="l">
              <a:defRPr sz="3225" b="1">
                <a:solidFill>
                  <a:srgbClr val="F5F7FA"/>
                </a:solidFill>
                <a:latin typeface="DejaVu Sans"/>
                <a:ea typeface="DejaVu Sans"/>
                <a:cs typeface="DejaVu Sans"/>
              </a:defRPr>
            </a:lvl6pPr>
            <a:lvl7pPr algn="l">
              <a:defRPr sz="3225" b="1">
                <a:solidFill>
                  <a:srgbClr val="F5F7FA"/>
                </a:solidFill>
                <a:latin typeface="DejaVu Sans"/>
                <a:ea typeface="DejaVu Sans"/>
                <a:cs typeface="DejaVu Sans"/>
              </a:defRPr>
            </a:lvl7pPr>
            <a:lvl8pPr algn="l">
              <a:defRPr sz="3225" b="1">
                <a:solidFill>
                  <a:srgbClr val="F5F7FA"/>
                </a:solidFill>
                <a:latin typeface="DejaVu Sans"/>
                <a:ea typeface="DejaVu Sans"/>
                <a:cs typeface="DejaVu Sans"/>
              </a:defRPr>
            </a:lvl8pPr>
            <a:lvl9pPr algn="l">
              <a:defRPr sz="3225" b="1">
                <a:solidFill>
                  <a:srgbClr val="F5F7FA"/>
                </a:solidFill>
                <a:latin typeface="DejaVu Sans"/>
                <a:ea typeface="DejaVu Sans"/>
                <a:cs typeface="DejaVu Sans"/>
              </a:defRPr>
            </a:lvl9pPr>
          </a:lstStyle>
          <a:p xmlns:a="http://schemas.openxmlformats.org/drawingml/2006/main">
            <a:pPr algn="l">
              <a:lnSpc>
                <a:spcPct val="104000"/>
              </a:lnSpc>
              <a:buNone/>
              <a:defRPr sz="3225" b="1">
                <a:solidFill>
                  <a:srgbClr val="F5F7FA"/>
                </a:solidFill>
                <a:latin typeface="DejaVu Sans"/>
                <a:ea typeface="DejaVu Sans"/>
                <a:cs typeface="DejaVu Sans"/>
              </a:defRPr>
            </a:pPr>
            <a:r>
              <a:rPr sz="3225" b="1">
                <a:solidFill>
                  <a:srgbClr val="F5F7FA"/>
                </a:solidFill>
                <a:latin typeface="DejaVu Sans"/>
                <a:ea typeface="DejaVu Sans"/>
                <a:cs typeface="DejaVu Sans"/>
              </a:rPr>
              <a:t>Data masa aktif subscription</a:t>
            </a:r>
          </a:p>
        </p:txBody>
      </p:sp>
      <p:sp>
        <p:nvSpPr>
          <p:cNvPr id="2" name="text-12">
            <a:extLst xmlns:a="http://schemas.openxmlformats.org/drawingml/2006/main">
              <a:ext uri="{FF2B5EF4-FFF2-40B4-BE49-F238E27FC236}">
                <a16:creationId xmlns:a16="http://schemas.microsoft.com/office/drawing/2014/main" id="{D7258C84-09AE-452B-8322-1189707325BC}"/>
              </a:ext>
            </a:extLst>
          </p:cNvPr>
          <p:cNvSpPr>
            <a:spLocks xmlns:a="http://schemas.openxmlformats.org/drawingml/2006/main" noGrp="1"/>
          </p:cNvSpPr>
          <p:nvPr/>
        </p:nvSpPr>
        <p:spPr>
          <a:xfrm xmlns:a="http://schemas.openxmlformats.org/drawingml/2006/main">
            <a:off x="609600" y="115252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3E8"/>
                </a:solidFill>
                <a:latin typeface="DejaVu Sans"/>
                <a:ea typeface="DejaVu Sans"/>
                <a:cs typeface="DejaVu Sans"/>
              </a:defRPr>
            </a:defPPr>
            <a:lvl1pPr algn="l">
              <a:defRPr sz="1875" b="0">
                <a:solidFill>
                  <a:srgbClr val="DDE3E8"/>
                </a:solidFill>
                <a:latin typeface="DejaVu Sans"/>
                <a:ea typeface="DejaVu Sans"/>
                <a:cs typeface="DejaVu Sans"/>
              </a:defRPr>
            </a:lvl1pPr>
            <a:lvl2pPr algn="l">
              <a:defRPr sz="1875" b="0">
                <a:solidFill>
                  <a:srgbClr val="DDE3E8"/>
                </a:solidFill>
                <a:latin typeface="DejaVu Sans"/>
                <a:ea typeface="DejaVu Sans"/>
                <a:cs typeface="DejaVu Sans"/>
              </a:defRPr>
            </a:lvl2pPr>
            <a:lvl3pPr algn="l">
              <a:defRPr sz="1875" b="0">
                <a:solidFill>
                  <a:srgbClr val="DDE3E8"/>
                </a:solidFill>
                <a:latin typeface="DejaVu Sans"/>
                <a:ea typeface="DejaVu Sans"/>
                <a:cs typeface="DejaVu Sans"/>
              </a:defRPr>
            </a:lvl3pPr>
            <a:lvl4pPr algn="l">
              <a:defRPr sz="1875" b="0">
                <a:solidFill>
                  <a:srgbClr val="DDE3E8"/>
                </a:solidFill>
                <a:latin typeface="DejaVu Sans"/>
                <a:ea typeface="DejaVu Sans"/>
                <a:cs typeface="DejaVu Sans"/>
              </a:defRPr>
            </a:lvl4pPr>
            <a:lvl5pPr algn="l">
              <a:defRPr sz="1875" b="0">
                <a:solidFill>
                  <a:srgbClr val="DDE3E8"/>
                </a:solidFill>
                <a:latin typeface="DejaVu Sans"/>
                <a:ea typeface="DejaVu Sans"/>
                <a:cs typeface="DejaVu Sans"/>
              </a:defRPr>
            </a:lvl5pPr>
            <a:lvl6pPr algn="l">
              <a:defRPr sz="1875" b="0">
                <a:solidFill>
                  <a:srgbClr val="DDE3E8"/>
                </a:solidFill>
                <a:latin typeface="DejaVu Sans"/>
                <a:ea typeface="DejaVu Sans"/>
                <a:cs typeface="DejaVu Sans"/>
              </a:defRPr>
            </a:lvl6pPr>
            <a:lvl7pPr algn="l">
              <a:defRPr sz="1875" b="0">
                <a:solidFill>
                  <a:srgbClr val="DDE3E8"/>
                </a:solidFill>
                <a:latin typeface="DejaVu Sans"/>
                <a:ea typeface="DejaVu Sans"/>
                <a:cs typeface="DejaVu Sans"/>
              </a:defRPr>
            </a:lvl7pPr>
            <a:lvl8pPr algn="l">
              <a:defRPr sz="1875" b="0">
                <a:solidFill>
                  <a:srgbClr val="DDE3E8"/>
                </a:solidFill>
                <a:latin typeface="DejaVu Sans"/>
                <a:ea typeface="DejaVu Sans"/>
                <a:cs typeface="DejaVu Sans"/>
              </a:defRPr>
            </a:lvl8pPr>
            <a:lvl9pPr algn="l">
              <a:defRPr sz="1875" b="0">
                <a:solidFill>
                  <a:srgbClr val="DDE3E8"/>
                </a:solidFill>
                <a:latin typeface="DejaVu Sans"/>
                <a:ea typeface="DejaVu Sans"/>
                <a:cs typeface="DejaVu Sans"/>
              </a:defRPr>
            </a:lvl9pPr>
          </a:lstStyle>
          <a:p xmlns:a="http://schemas.openxmlformats.org/drawingml/2006/main">
            <a:pPr algn="l">
              <a:lnSpc>
                <a:spcPct val="104000"/>
              </a:lnSpc>
              <a:buNone/>
              <a:defRPr sz="1875" b="0">
                <a:solidFill>
                  <a:srgbClr val="DDE3E8"/>
                </a:solidFill>
                <a:latin typeface="DejaVu Sans"/>
                <a:ea typeface="DejaVu Sans"/>
                <a:cs typeface="DejaVu Sans"/>
              </a:defRPr>
            </a:pPr>
            <a:r>
              <a:rPr sz="1875" b="0">
                <a:solidFill>
                  <a:srgbClr val="DDE3E8"/>
                </a:solidFill>
                <a:latin typeface="DejaVu Sans"/>
                <a:ea typeface="DejaVu Sans"/>
                <a:cs typeface="DejaVu Sans"/>
              </a:rPr>
              <a:t>Satu pelanggan memiliki satu keadaan subscription terkini.</a:t>
            </a:r>
          </a:p>
        </p:txBody>
      </p:sp>
      <p:graphicFrame>
        <p:nvGraphicFramePr>
          <p:cNvPr id="3" name="">
            <a:extLst xmlns:a="http://schemas.openxmlformats.org/drawingml/2006/main">
              <a:ext uri="{FF2B5EF4-FFF2-40B4-BE49-F238E27FC236}">
                <a16:creationId xmlns:a16="http://schemas.microsoft.com/office/drawing/2014/main" id="{990AF9E6-C6B9-4ABA-A0E7-4B151AEDE7BB}"/>
              </a:ext>
            </a:extLst>
          </p:cNvPr>
          <p:cNvGraphicFramePr/>
          <p:nvPr/>
        </p:nvGraphicFramePr>
        <p:xfrm>
          <a:off xmlns:a="http://schemas.openxmlformats.org/drawingml/2006/main" x="609600" y="1762125"/>
          <a:ext xmlns:a="http://schemas.openxmlformats.org/drawingml/2006/main" cx="10972800" cy="3048000"/>
        </p:xfrm>
        <a:graphic xmlns:a="http://schemas.openxmlformats.org/drawingml/2006/main">
          <a:graphicData uri="http://schemas.openxmlformats.org/drawingml/2006/table">
            <a:tbl>
              <a:tblPr firstRow="0" firstCol="0" bandRow="0"/>
              <a:tblGrid>
                <a:gridCol w="4476750"/>
                <a:gridCol w="6496050"/>
              </a:tblGrid>
              <a:tr h="476250">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Bagian kode</a:t>
                      </a:r>
                    </a:p>
                  </a:txBody>
                  <a:tcPr marL="91440" marR="91440" marT="45720" marB="45720" anchor="ctr">
                    <a:lnL w="9525">
                      <a:solidFill>
                        <a:srgbClr val="34414C"/>
                      </a:solidFill>
                      <a:prstDash val="solid"/>
                    </a:lnL>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Pekerjaannya</a:t>
                      </a:r>
                    </a:p>
                  </a:txBody>
                  <a:tcPr marL="91440" marR="91440" marT="45720" marB="45720" anchor="ctr">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starts_at</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Mencatat awal masa aktif Premium.</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ends_at</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Menentukan kapan hak akses Premium</a:t>
                      </a:r>
                    </a:p>
                    <a:p>
                      <a:pPr algn="l">
                        <a:lnSpc>
                          <a:spcPct val="100000"/>
                        </a:lnSpc>
                        <a:buNone/>
                      </a:pPr>
                      <a:r>
                        <a:rPr sz="1950" b="0">
                          <a:solidFill>
                            <a:srgbClr val="DDE3E8"/>
                          </a:solidFill>
                          <a:latin typeface="DejaVu Sans"/>
                          <a:ea typeface="DejaVu Sans"/>
                          <a:cs typeface="DejaVu Sans"/>
                        </a:rPr>
                        <a:t>berakhir.</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status</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Mencatat active atau expired berdasarkan masa</a:t>
                      </a:r>
                    </a:p>
                    <a:p>
                      <a:pPr algn="l">
                        <a:lnSpc>
                          <a:spcPct val="100000"/>
                        </a:lnSpc>
                        <a:buNone/>
                      </a:pPr>
                      <a:r>
                        <a:rPr sz="1950" b="0">
                          <a:solidFill>
                            <a:srgbClr val="DDE3E8"/>
                          </a:solidFill>
                          <a:latin typeface="DejaVu Sans"/>
                          <a:ea typeface="DejaVu Sans"/>
                          <a:cs typeface="DejaVu Sans"/>
                        </a:rPr>
                        <a:t>aktif.</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bl>
          </a:graphicData>
        </a:graphic>
      </p:graphicFrame>
      <p:sp>
        <p:nvSpPr>
          <p:cNvPr id="4" name="text-13">
            <a:extLst xmlns:a="http://schemas.openxmlformats.org/drawingml/2006/main">
              <a:ext uri="{FF2B5EF4-FFF2-40B4-BE49-F238E27FC236}">
                <a16:creationId xmlns:a16="http://schemas.microsoft.com/office/drawing/2014/main" id="{56D1F6B0-139F-4F9A-A9B5-75E414F25311}"/>
              </a:ext>
            </a:extLst>
          </p:cNvPr>
          <p:cNvSpPr>
            <a:spLocks xmlns:a="http://schemas.openxmlformats.org/drawingml/2006/main" noGrp="1"/>
          </p:cNvSpPr>
          <p:nvPr/>
        </p:nvSpPr>
        <p:spPr>
          <a:xfrm xmlns:a="http://schemas.openxmlformats.org/drawingml/2006/main">
            <a:off x="609600" y="525780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87E5D0"/>
                </a:solidFill>
                <a:latin typeface="DejaVu Sans"/>
                <a:ea typeface="DejaVu Sans"/>
                <a:cs typeface="DejaVu Sans"/>
              </a:defRPr>
            </a:defPPr>
            <a:lvl1pPr algn="l">
              <a:defRPr sz="1950" b="0">
                <a:solidFill>
                  <a:srgbClr val="87E5D0"/>
                </a:solidFill>
                <a:latin typeface="DejaVu Sans"/>
                <a:ea typeface="DejaVu Sans"/>
                <a:cs typeface="DejaVu Sans"/>
              </a:defRPr>
            </a:lvl1pPr>
            <a:lvl2pPr algn="l">
              <a:defRPr sz="1950" b="0">
                <a:solidFill>
                  <a:srgbClr val="87E5D0"/>
                </a:solidFill>
                <a:latin typeface="DejaVu Sans"/>
                <a:ea typeface="DejaVu Sans"/>
                <a:cs typeface="DejaVu Sans"/>
              </a:defRPr>
            </a:lvl2pPr>
            <a:lvl3pPr algn="l">
              <a:defRPr sz="1950" b="0">
                <a:solidFill>
                  <a:srgbClr val="87E5D0"/>
                </a:solidFill>
                <a:latin typeface="DejaVu Sans"/>
                <a:ea typeface="DejaVu Sans"/>
                <a:cs typeface="DejaVu Sans"/>
              </a:defRPr>
            </a:lvl3pPr>
            <a:lvl4pPr algn="l">
              <a:defRPr sz="1950" b="0">
                <a:solidFill>
                  <a:srgbClr val="87E5D0"/>
                </a:solidFill>
                <a:latin typeface="DejaVu Sans"/>
                <a:ea typeface="DejaVu Sans"/>
                <a:cs typeface="DejaVu Sans"/>
              </a:defRPr>
            </a:lvl4pPr>
            <a:lvl5pPr algn="l">
              <a:defRPr sz="1950" b="0">
                <a:solidFill>
                  <a:srgbClr val="87E5D0"/>
                </a:solidFill>
                <a:latin typeface="DejaVu Sans"/>
                <a:ea typeface="DejaVu Sans"/>
                <a:cs typeface="DejaVu Sans"/>
              </a:defRPr>
            </a:lvl5pPr>
            <a:lvl6pPr algn="l">
              <a:defRPr sz="1950" b="0">
                <a:solidFill>
                  <a:srgbClr val="87E5D0"/>
                </a:solidFill>
                <a:latin typeface="DejaVu Sans"/>
                <a:ea typeface="DejaVu Sans"/>
                <a:cs typeface="DejaVu Sans"/>
              </a:defRPr>
            </a:lvl6pPr>
            <a:lvl7pPr algn="l">
              <a:defRPr sz="1950" b="0">
                <a:solidFill>
                  <a:srgbClr val="87E5D0"/>
                </a:solidFill>
                <a:latin typeface="DejaVu Sans"/>
                <a:ea typeface="DejaVu Sans"/>
                <a:cs typeface="DejaVu Sans"/>
              </a:defRPr>
            </a:lvl7pPr>
            <a:lvl8pPr algn="l">
              <a:defRPr sz="1950" b="0">
                <a:solidFill>
                  <a:srgbClr val="87E5D0"/>
                </a:solidFill>
                <a:latin typeface="DejaVu Sans"/>
                <a:ea typeface="DejaVu Sans"/>
                <a:cs typeface="DejaVu Sans"/>
              </a:defRPr>
            </a:lvl8pPr>
            <a:lvl9pPr algn="l">
              <a:defRPr sz="1950" b="0">
                <a:solidFill>
                  <a:srgbClr val="87E5D0"/>
                </a:solidFill>
                <a:latin typeface="DejaVu Sans"/>
                <a:ea typeface="DejaVu Sans"/>
                <a:cs typeface="DejaVu Sans"/>
              </a:defRPr>
            </a:lvl9pPr>
          </a:lstStyle>
          <a:p xmlns:a="http://schemas.openxmlformats.org/drawingml/2006/main">
            <a:pPr algn="l">
              <a:lnSpc>
                <a:spcPct val="104000"/>
              </a:lnSpc>
              <a:buNone/>
              <a:defRPr sz="1950" b="0">
                <a:solidFill>
                  <a:srgbClr val="87E5D0"/>
                </a:solidFill>
                <a:latin typeface="DejaVu Sans"/>
                <a:ea typeface="DejaVu Sans"/>
                <a:cs typeface="DejaVu Sans"/>
              </a:defRPr>
            </a:pPr>
            <a:r>
              <a:rPr sz="1950" b="0">
                <a:solidFill>
                  <a:srgbClr val="87E5D0"/>
                </a:solidFill>
                <a:latin typeface="DejaVu Sans"/>
                <a:ea typeface="DejaVu Sans"/>
                <a:cs typeface="DejaVu Sans"/>
              </a:rPr>
              <a:t>Riwayat pembelian ada di payments. Masa aktif terkini ada di subscriptions.</a:t>
            </a:r>
          </a:p>
        </p:txBody>
      </p:sp>
      <p:sp>
        <p:nvSpPr>
          <p:cNvPr id="5" name="text-14">
            <a:extLst xmlns:a="http://schemas.openxmlformats.org/drawingml/2006/main">
              <a:ext uri="{FF2B5EF4-FFF2-40B4-BE49-F238E27FC236}">
                <a16:creationId xmlns:a16="http://schemas.microsoft.com/office/drawing/2014/main" id="{30AA0A94-FDA6-43B9-9A12-BCE103BF4DE2}"/>
              </a:ext>
            </a:extLst>
          </p:cNvPr>
          <p:cNvSpPr>
            <a:spLocks xmlns:a="http://schemas.openxmlformats.org/drawingml/2006/main" noGrp="1"/>
          </p:cNvSpPr>
          <p:nvPr/>
        </p:nvSpPr>
        <p:spPr>
          <a:xfrm xmlns:a="http://schemas.openxmlformats.org/drawingml/2006/main">
            <a:off x="609600" y="6562725"/>
            <a:ext cx="1005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EADB9"/>
                </a:solidFill>
                <a:latin typeface="DejaVu Sans"/>
                <a:ea typeface="DejaVu Sans"/>
                <a:cs typeface="DejaVu Sans"/>
              </a:defRPr>
            </a:defPPr>
            <a:lvl1pPr algn="l">
              <a:defRPr sz="1125" b="0">
                <a:solidFill>
                  <a:srgbClr val="9EADB9"/>
                </a:solidFill>
                <a:latin typeface="DejaVu Sans"/>
                <a:ea typeface="DejaVu Sans"/>
                <a:cs typeface="DejaVu Sans"/>
              </a:defRPr>
            </a:lvl1pPr>
            <a:lvl2pPr algn="l">
              <a:defRPr sz="1125" b="0">
                <a:solidFill>
                  <a:srgbClr val="9EADB9"/>
                </a:solidFill>
                <a:latin typeface="DejaVu Sans"/>
                <a:ea typeface="DejaVu Sans"/>
                <a:cs typeface="DejaVu Sans"/>
              </a:defRPr>
            </a:lvl2pPr>
            <a:lvl3pPr algn="l">
              <a:defRPr sz="1125" b="0">
                <a:solidFill>
                  <a:srgbClr val="9EADB9"/>
                </a:solidFill>
                <a:latin typeface="DejaVu Sans"/>
                <a:ea typeface="DejaVu Sans"/>
                <a:cs typeface="DejaVu Sans"/>
              </a:defRPr>
            </a:lvl3pPr>
            <a:lvl4pPr algn="l">
              <a:defRPr sz="1125" b="0">
                <a:solidFill>
                  <a:srgbClr val="9EADB9"/>
                </a:solidFill>
                <a:latin typeface="DejaVu Sans"/>
                <a:ea typeface="DejaVu Sans"/>
                <a:cs typeface="DejaVu Sans"/>
              </a:defRPr>
            </a:lvl4pPr>
            <a:lvl5pPr algn="l">
              <a:defRPr sz="1125" b="0">
                <a:solidFill>
                  <a:srgbClr val="9EADB9"/>
                </a:solidFill>
                <a:latin typeface="DejaVu Sans"/>
                <a:ea typeface="DejaVu Sans"/>
                <a:cs typeface="DejaVu Sans"/>
              </a:defRPr>
            </a:lvl5pPr>
            <a:lvl6pPr algn="l">
              <a:defRPr sz="1125" b="0">
                <a:solidFill>
                  <a:srgbClr val="9EADB9"/>
                </a:solidFill>
                <a:latin typeface="DejaVu Sans"/>
                <a:ea typeface="DejaVu Sans"/>
                <a:cs typeface="DejaVu Sans"/>
              </a:defRPr>
            </a:lvl6pPr>
            <a:lvl7pPr algn="l">
              <a:defRPr sz="1125" b="0">
                <a:solidFill>
                  <a:srgbClr val="9EADB9"/>
                </a:solidFill>
                <a:latin typeface="DejaVu Sans"/>
                <a:ea typeface="DejaVu Sans"/>
                <a:cs typeface="DejaVu Sans"/>
              </a:defRPr>
            </a:lvl7pPr>
            <a:lvl8pPr algn="l">
              <a:defRPr sz="1125" b="0">
                <a:solidFill>
                  <a:srgbClr val="9EADB9"/>
                </a:solidFill>
                <a:latin typeface="DejaVu Sans"/>
                <a:ea typeface="DejaVu Sans"/>
                <a:cs typeface="DejaVu Sans"/>
              </a:defRPr>
            </a:lvl8pPr>
            <a:lvl9pPr algn="l">
              <a:defRPr sz="1125" b="0">
                <a:solidFill>
                  <a:srgbClr val="9EADB9"/>
                </a:solidFill>
                <a:latin typeface="DejaVu Sans"/>
                <a:ea typeface="DejaVu Sans"/>
                <a:cs typeface="DejaVu Sans"/>
              </a:defRPr>
            </a:lvl9pPr>
          </a:lstStyle>
          <a:p xmlns:a="http://schemas.openxmlformats.org/drawingml/2006/main">
            <a:pPr algn="l">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Kenneth 3/3   Kode: src/models/Subscription.js</a:t>
            </a:r>
          </a:p>
        </p:txBody>
      </p:sp>
      <p:sp>
        <p:nvSpPr>
          <p:cNvPr id="6" name="text-15">
            <a:extLst xmlns:a="http://schemas.openxmlformats.org/drawingml/2006/main">
              <a:ext uri="{FF2B5EF4-FFF2-40B4-BE49-F238E27FC236}">
                <a16:creationId xmlns:a16="http://schemas.microsoft.com/office/drawing/2014/main" id="{8A00C938-B721-4931-BA6C-F8C5E432AFB2}"/>
              </a:ext>
            </a:extLst>
          </p:cNvPr>
          <p:cNvSpPr>
            <a:spLocks xmlns:a="http://schemas.openxmlformats.org/drawingml/2006/main" noGrp="1"/>
          </p:cNvSpPr>
          <p:nvPr/>
        </p:nvSpPr>
        <p:spPr>
          <a:xfrm xmlns:a="http://schemas.openxmlformats.org/drawingml/2006/main">
            <a:off x="10877550" y="6562725"/>
            <a:ext cx="704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9EADB9"/>
                </a:solidFill>
                <a:latin typeface="DejaVu Sans"/>
                <a:ea typeface="DejaVu Sans"/>
                <a:cs typeface="DejaVu Sans"/>
              </a:defRPr>
            </a:defPPr>
            <a:lvl1pPr algn="r">
              <a:defRPr sz="1125" b="0">
                <a:solidFill>
                  <a:srgbClr val="9EADB9"/>
                </a:solidFill>
                <a:latin typeface="DejaVu Sans"/>
                <a:ea typeface="DejaVu Sans"/>
                <a:cs typeface="DejaVu Sans"/>
              </a:defRPr>
            </a:lvl1pPr>
            <a:lvl2pPr algn="r">
              <a:defRPr sz="1125" b="0">
                <a:solidFill>
                  <a:srgbClr val="9EADB9"/>
                </a:solidFill>
                <a:latin typeface="DejaVu Sans"/>
                <a:ea typeface="DejaVu Sans"/>
                <a:cs typeface="DejaVu Sans"/>
              </a:defRPr>
            </a:lvl2pPr>
            <a:lvl3pPr algn="r">
              <a:defRPr sz="1125" b="0">
                <a:solidFill>
                  <a:srgbClr val="9EADB9"/>
                </a:solidFill>
                <a:latin typeface="DejaVu Sans"/>
                <a:ea typeface="DejaVu Sans"/>
                <a:cs typeface="DejaVu Sans"/>
              </a:defRPr>
            </a:lvl3pPr>
            <a:lvl4pPr algn="r">
              <a:defRPr sz="1125" b="0">
                <a:solidFill>
                  <a:srgbClr val="9EADB9"/>
                </a:solidFill>
                <a:latin typeface="DejaVu Sans"/>
                <a:ea typeface="DejaVu Sans"/>
                <a:cs typeface="DejaVu Sans"/>
              </a:defRPr>
            </a:lvl4pPr>
            <a:lvl5pPr algn="r">
              <a:defRPr sz="1125" b="0">
                <a:solidFill>
                  <a:srgbClr val="9EADB9"/>
                </a:solidFill>
                <a:latin typeface="DejaVu Sans"/>
                <a:ea typeface="DejaVu Sans"/>
                <a:cs typeface="DejaVu Sans"/>
              </a:defRPr>
            </a:lvl5pPr>
            <a:lvl6pPr algn="r">
              <a:defRPr sz="1125" b="0">
                <a:solidFill>
                  <a:srgbClr val="9EADB9"/>
                </a:solidFill>
                <a:latin typeface="DejaVu Sans"/>
                <a:ea typeface="DejaVu Sans"/>
                <a:cs typeface="DejaVu Sans"/>
              </a:defRPr>
            </a:lvl6pPr>
            <a:lvl7pPr algn="r">
              <a:defRPr sz="1125" b="0">
                <a:solidFill>
                  <a:srgbClr val="9EADB9"/>
                </a:solidFill>
                <a:latin typeface="DejaVu Sans"/>
                <a:ea typeface="DejaVu Sans"/>
                <a:cs typeface="DejaVu Sans"/>
              </a:defRPr>
            </a:lvl7pPr>
            <a:lvl8pPr algn="r">
              <a:defRPr sz="1125" b="0">
                <a:solidFill>
                  <a:srgbClr val="9EADB9"/>
                </a:solidFill>
                <a:latin typeface="DejaVu Sans"/>
                <a:ea typeface="DejaVu Sans"/>
                <a:cs typeface="DejaVu Sans"/>
              </a:defRPr>
            </a:lvl8pPr>
            <a:lvl9pPr algn="r">
              <a:defRPr sz="1125" b="0">
                <a:solidFill>
                  <a:srgbClr val="9EADB9"/>
                </a:solidFill>
                <a:latin typeface="DejaVu Sans"/>
                <a:ea typeface="DejaVu Sans"/>
                <a:cs typeface="DejaVu Sans"/>
              </a:defRPr>
            </a:lvl9pPr>
          </a:lstStyle>
          <a:p xmlns:a="http://schemas.openxmlformats.org/drawingml/2006/main">
            <a:pPr algn="r">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03/12</a:t>
            </a:r>
          </a:p>
        </p:txBody>
      </p:sp>
    </p:spTree>
    <p:extLst>
      <p:ext uri="{BB962C8B-B14F-4D97-AF65-F5344CB8AC3E}">
        <p14:creationId xmlns:p14="http://schemas.microsoft.com/office/powerpoint/2010/main" val="50720900"/>
      </p:ext>
    </p:extLst>
  </p:cSld>
</p:sld>
</file>

<file path=ppt/slides/slide4.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7" name="text-16">
            <a:extLst xmlns:a="http://schemas.openxmlformats.org/drawingml/2006/main">
              <a:ext uri="{FF2B5EF4-FFF2-40B4-BE49-F238E27FC236}">
                <a16:creationId xmlns:a16="http://schemas.microsoft.com/office/drawing/2014/main" id="{828C144C-2DCA-4346-AFA2-3591F9F8482D}"/>
              </a:ext>
            </a:extLst>
          </p:cNvPr>
          <p:cNvSpPr>
            <a:spLocks xmlns:a="http://schemas.openxmlformats.org/drawingml/2006/main" noGrp="1"/>
          </p:cNvSpPr>
          <p:nvPr/>
        </p:nvSpPr>
        <p:spPr>
          <a:xfrm xmlns:a="http://schemas.openxmlformats.org/drawingml/2006/main">
            <a:off x="609600" y="4095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5F7FA"/>
                </a:solidFill>
                <a:latin typeface="DejaVu Sans"/>
                <a:ea typeface="DejaVu Sans"/>
                <a:cs typeface="DejaVu Sans"/>
              </a:defRPr>
            </a:defPPr>
            <a:lvl1pPr algn="l">
              <a:defRPr sz="3225" b="1">
                <a:solidFill>
                  <a:srgbClr val="F5F7FA"/>
                </a:solidFill>
                <a:latin typeface="DejaVu Sans"/>
                <a:ea typeface="DejaVu Sans"/>
                <a:cs typeface="DejaVu Sans"/>
              </a:defRPr>
            </a:lvl1pPr>
            <a:lvl2pPr algn="l">
              <a:defRPr sz="3225" b="1">
                <a:solidFill>
                  <a:srgbClr val="F5F7FA"/>
                </a:solidFill>
                <a:latin typeface="DejaVu Sans"/>
                <a:ea typeface="DejaVu Sans"/>
                <a:cs typeface="DejaVu Sans"/>
              </a:defRPr>
            </a:lvl2pPr>
            <a:lvl3pPr algn="l">
              <a:defRPr sz="3225" b="1">
                <a:solidFill>
                  <a:srgbClr val="F5F7FA"/>
                </a:solidFill>
                <a:latin typeface="DejaVu Sans"/>
                <a:ea typeface="DejaVu Sans"/>
                <a:cs typeface="DejaVu Sans"/>
              </a:defRPr>
            </a:lvl3pPr>
            <a:lvl4pPr algn="l">
              <a:defRPr sz="3225" b="1">
                <a:solidFill>
                  <a:srgbClr val="F5F7FA"/>
                </a:solidFill>
                <a:latin typeface="DejaVu Sans"/>
                <a:ea typeface="DejaVu Sans"/>
                <a:cs typeface="DejaVu Sans"/>
              </a:defRPr>
            </a:lvl4pPr>
            <a:lvl5pPr algn="l">
              <a:defRPr sz="3225" b="1">
                <a:solidFill>
                  <a:srgbClr val="F5F7FA"/>
                </a:solidFill>
                <a:latin typeface="DejaVu Sans"/>
                <a:ea typeface="DejaVu Sans"/>
                <a:cs typeface="DejaVu Sans"/>
              </a:defRPr>
            </a:lvl5pPr>
            <a:lvl6pPr algn="l">
              <a:defRPr sz="3225" b="1">
                <a:solidFill>
                  <a:srgbClr val="F5F7FA"/>
                </a:solidFill>
                <a:latin typeface="DejaVu Sans"/>
                <a:ea typeface="DejaVu Sans"/>
                <a:cs typeface="DejaVu Sans"/>
              </a:defRPr>
            </a:lvl6pPr>
            <a:lvl7pPr algn="l">
              <a:defRPr sz="3225" b="1">
                <a:solidFill>
                  <a:srgbClr val="F5F7FA"/>
                </a:solidFill>
                <a:latin typeface="DejaVu Sans"/>
                <a:ea typeface="DejaVu Sans"/>
                <a:cs typeface="DejaVu Sans"/>
              </a:defRPr>
            </a:lvl7pPr>
            <a:lvl8pPr algn="l">
              <a:defRPr sz="3225" b="1">
                <a:solidFill>
                  <a:srgbClr val="F5F7FA"/>
                </a:solidFill>
                <a:latin typeface="DejaVu Sans"/>
                <a:ea typeface="DejaVu Sans"/>
                <a:cs typeface="DejaVu Sans"/>
              </a:defRPr>
            </a:lvl8pPr>
            <a:lvl9pPr algn="l">
              <a:defRPr sz="3225" b="1">
                <a:solidFill>
                  <a:srgbClr val="F5F7FA"/>
                </a:solidFill>
                <a:latin typeface="DejaVu Sans"/>
                <a:ea typeface="DejaVu Sans"/>
                <a:cs typeface="DejaVu Sans"/>
              </a:defRPr>
            </a:lvl9pPr>
          </a:lstStyle>
          <a:p xmlns:a="http://schemas.openxmlformats.org/drawingml/2006/main">
            <a:pPr algn="l">
              <a:lnSpc>
                <a:spcPct val="104000"/>
              </a:lnSpc>
              <a:buNone/>
              <a:defRPr sz="3225" b="1">
                <a:solidFill>
                  <a:srgbClr val="F5F7FA"/>
                </a:solidFill>
                <a:latin typeface="DejaVu Sans"/>
                <a:ea typeface="DejaVu Sans"/>
                <a:cs typeface="DejaVu Sans"/>
              </a:defRPr>
            </a:pPr>
            <a:r>
              <a:rPr sz="3225" b="1">
                <a:solidFill>
                  <a:srgbClr val="F5F7FA"/>
                </a:solidFill>
                <a:latin typeface="DejaVu Sans"/>
                <a:ea typeface="DejaVu Sans"/>
                <a:cs typeface="DejaVu Sans"/>
              </a:rPr>
              <a:t>Harga paket dan checkout</a:t>
            </a:r>
          </a:p>
        </p:txBody>
      </p:sp>
      <p:sp>
        <p:nvSpPr>
          <p:cNvPr id="2" name="text-17">
            <a:extLst xmlns:a="http://schemas.openxmlformats.org/drawingml/2006/main">
              <a:ext uri="{FF2B5EF4-FFF2-40B4-BE49-F238E27FC236}">
                <a16:creationId xmlns:a16="http://schemas.microsoft.com/office/drawing/2014/main" id="{C4156DF8-8EB0-4EC2-9C21-A7486E28B5CC}"/>
              </a:ext>
            </a:extLst>
          </p:cNvPr>
          <p:cNvSpPr>
            <a:spLocks xmlns:a="http://schemas.openxmlformats.org/drawingml/2006/main" noGrp="1"/>
          </p:cNvSpPr>
          <p:nvPr/>
        </p:nvSpPr>
        <p:spPr>
          <a:xfrm xmlns:a="http://schemas.openxmlformats.org/drawingml/2006/main">
            <a:off x="609600" y="115252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3E8"/>
                </a:solidFill>
                <a:latin typeface="DejaVu Sans"/>
                <a:ea typeface="DejaVu Sans"/>
                <a:cs typeface="DejaVu Sans"/>
              </a:defRPr>
            </a:defPPr>
            <a:lvl1pPr algn="l">
              <a:defRPr sz="1875" b="0">
                <a:solidFill>
                  <a:srgbClr val="DDE3E8"/>
                </a:solidFill>
                <a:latin typeface="DejaVu Sans"/>
                <a:ea typeface="DejaVu Sans"/>
                <a:cs typeface="DejaVu Sans"/>
              </a:defRPr>
            </a:lvl1pPr>
            <a:lvl2pPr algn="l">
              <a:defRPr sz="1875" b="0">
                <a:solidFill>
                  <a:srgbClr val="DDE3E8"/>
                </a:solidFill>
                <a:latin typeface="DejaVu Sans"/>
                <a:ea typeface="DejaVu Sans"/>
                <a:cs typeface="DejaVu Sans"/>
              </a:defRPr>
            </a:lvl2pPr>
            <a:lvl3pPr algn="l">
              <a:defRPr sz="1875" b="0">
                <a:solidFill>
                  <a:srgbClr val="DDE3E8"/>
                </a:solidFill>
                <a:latin typeface="DejaVu Sans"/>
                <a:ea typeface="DejaVu Sans"/>
                <a:cs typeface="DejaVu Sans"/>
              </a:defRPr>
            </a:lvl3pPr>
            <a:lvl4pPr algn="l">
              <a:defRPr sz="1875" b="0">
                <a:solidFill>
                  <a:srgbClr val="DDE3E8"/>
                </a:solidFill>
                <a:latin typeface="DejaVu Sans"/>
                <a:ea typeface="DejaVu Sans"/>
                <a:cs typeface="DejaVu Sans"/>
              </a:defRPr>
            </a:lvl4pPr>
            <a:lvl5pPr algn="l">
              <a:defRPr sz="1875" b="0">
                <a:solidFill>
                  <a:srgbClr val="DDE3E8"/>
                </a:solidFill>
                <a:latin typeface="DejaVu Sans"/>
                <a:ea typeface="DejaVu Sans"/>
                <a:cs typeface="DejaVu Sans"/>
              </a:defRPr>
            </a:lvl5pPr>
            <a:lvl6pPr algn="l">
              <a:defRPr sz="1875" b="0">
                <a:solidFill>
                  <a:srgbClr val="DDE3E8"/>
                </a:solidFill>
                <a:latin typeface="DejaVu Sans"/>
                <a:ea typeface="DejaVu Sans"/>
                <a:cs typeface="DejaVu Sans"/>
              </a:defRPr>
            </a:lvl6pPr>
            <a:lvl7pPr algn="l">
              <a:defRPr sz="1875" b="0">
                <a:solidFill>
                  <a:srgbClr val="DDE3E8"/>
                </a:solidFill>
                <a:latin typeface="DejaVu Sans"/>
                <a:ea typeface="DejaVu Sans"/>
                <a:cs typeface="DejaVu Sans"/>
              </a:defRPr>
            </a:lvl7pPr>
            <a:lvl8pPr algn="l">
              <a:defRPr sz="1875" b="0">
                <a:solidFill>
                  <a:srgbClr val="DDE3E8"/>
                </a:solidFill>
                <a:latin typeface="DejaVu Sans"/>
                <a:ea typeface="DejaVu Sans"/>
                <a:cs typeface="DejaVu Sans"/>
              </a:defRPr>
            </a:lvl8pPr>
            <a:lvl9pPr algn="l">
              <a:defRPr sz="1875" b="0">
                <a:solidFill>
                  <a:srgbClr val="DDE3E8"/>
                </a:solidFill>
                <a:latin typeface="DejaVu Sans"/>
                <a:ea typeface="DejaVu Sans"/>
                <a:cs typeface="DejaVu Sans"/>
              </a:defRPr>
            </a:lvl9pPr>
          </a:lstStyle>
          <a:p xmlns:a="http://schemas.openxmlformats.org/drawingml/2006/main">
            <a:pPr algn="l">
              <a:lnSpc>
                <a:spcPct val="104000"/>
              </a:lnSpc>
              <a:buNone/>
              <a:defRPr sz="1875" b="0">
                <a:solidFill>
                  <a:srgbClr val="DDE3E8"/>
                </a:solidFill>
                <a:latin typeface="DejaVu Sans"/>
                <a:ea typeface="DejaVu Sans"/>
                <a:cs typeface="DejaVu Sans"/>
              </a:defRPr>
            </a:pPr>
            <a:r>
              <a:rPr sz="1875" b="0">
                <a:solidFill>
                  <a:srgbClr val="DDE3E8"/>
                </a:solidFill>
                <a:latin typeface="DejaVu Sans"/>
                <a:ea typeface="DejaVu Sans"/>
                <a:cs typeface="DejaVu Sans"/>
              </a:rPr>
              <a:t>Pelanggan dapat melihat paket melalui GET /api/v1/plans.</a:t>
            </a:r>
          </a:p>
        </p:txBody>
      </p:sp>
      <p:graphicFrame>
        <p:nvGraphicFramePr>
          <p:cNvPr id="3" name="">
            <a:extLst xmlns:a="http://schemas.openxmlformats.org/drawingml/2006/main">
              <a:ext uri="{FF2B5EF4-FFF2-40B4-BE49-F238E27FC236}">
                <a16:creationId xmlns:a16="http://schemas.microsoft.com/office/drawing/2014/main" id="{83B0F431-1696-4BB9-BEEC-75C3ADF150B5}"/>
              </a:ext>
            </a:extLst>
          </p:cNvPr>
          <p:cNvGraphicFramePr/>
          <p:nvPr/>
        </p:nvGraphicFramePr>
        <p:xfrm>
          <a:off xmlns:a="http://schemas.openxmlformats.org/drawingml/2006/main" x="609600" y="1762125"/>
          <a:ext xmlns:a="http://schemas.openxmlformats.org/drawingml/2006/main" cx="10972800" cy="3048000"/>
        </p:xfrm>
        <a:graphic xmlns:a="http://schemas.openxmlformats.org/drawingml/2006/main">
          <a:graphicData uri="http://schemas.openxmlformats.org/drawingml/2006/table">
            <a:tbl>
              <a:tblPr firstRow="0" firstCol="0" bandRow="0"/>
              <a:tblGrid>
                <a:gridCol w="4476750"/>
                <a:gridCol w="6496050"/>
              </a:tblGrid>
              <a:tr h="476250">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Bagian kode</a:t>
                      </a:r>
                    </a:p>
                  </a:txBody>
                  <a:tcPr marL="91440" marR="91440" marT="45720" marB="45720" anchor="ctr">
                    <a:lnL w="9525">
                      <a:solidFill>
                        <a:srgbClr val="34414C"/>
                      </a:solidFill>
                      <a:prstDash val="solid"/>
                    </a:lnL>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Pekerjaannya</a:t>
                      </a:r>
                    </a:p>
                  </a:txBody>
                  <a:tcPr marL="91440" marR="91440" marT="45720" marB="45720" anchor="ctr">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API_PLANS.basic</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Rp0. Ringkasan, 100 request/hari dan 10/menit.</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API_PLANS.premium</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Rp99.000/30 hari. Ringkasan dan analitik,</a:t>
                      </a:r>
                    </a:p>
                    <a:p>
                      <a:pPr algn="l">
                        <a:lnSpc>
                          <a:spcPct val="100000"/>
                        </a:lnSpc>
                        <a:buNone/>
                      </a:pPr>
                      <a:r>
                        <a:rPr sz="1950" b="0">
                          <a:solidFill>
                            <a:srgbClr val="DDE3E8"/>
                          </a:solidFill>
                          <a:latin typeface="DejaVu Sans"/>
                          <a:ea typeface="DejaVu Sans"/>
                          <a:cs typeface="DejaVu Sans"/>
                        </a:rPr>
                        <a:t>10.000/hari dan 100/menit.</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checkout()</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Membuat invoice pending. Harga dan durasi</a:t>
                      </a:r>
                    </a:p>
                    <a:p>
                      <a:pPr algn="l">
                        <a:lnSpc>
                          <a:spcPct val="100000"/>
                        </a:lnSpc>
                        <a:buNone/>
                      </a:pPr>
                      <a:r>
                        <a:rPr sz="1950" b="0">
                          <a:solidFill>
                            <a:srgbClr val="DDE3E8"/>
                          </a:solidFill>
                          <a:latin typeface="DejaVu Sans"/>
                          <a:ea typeface="DejaVu Sans"/>
                          <a:cs typeface="DejaVu Sans"/>
                        </a:rPr>
                        <a:t>ditentukan server.</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bl>
          </a:graphicData>
        </a:graphic>
      </p:graphicFrame>
      <p:sp>
        <p:nvSpPr>
          <p:cNvPr id="4" name="text-18">
            <a:extLst xmlns:a="http://schemas.openxmlformats.org/drawingml/2006/main">
              <a:ext uri="{FF2B5EF4-FFF2-40B4-BE49-F238E27FC236}">
                <a16:creationId xmlns:a16="http://schemas.microsoft.com/office/drawing/2014/main" id="{601D4CA0-9761-4864-BF08-AEC18E4DAA6B}"/>
              </a:ext>
            </a:extLst>
          </p:cNvPr>
          <p:cNvSpPr>
            <a:spLocks xmlns:a="http://schemas.openxmlformats.org/drawingml/2006/main" noGrp="1"/>
          </p:cNvSpPr>
          <p:nvPr/>
        </p:nvSpPr>
        <p:spPr>
          <a:xfrm xmlns:a="http://schemas.openxmlformats.org/drawingml/2006/main">
            <a:off x="609600" y="525780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87E5D0"/>
                </a:solidFill>
                <a:latin typeface="DejaVu Sans"/>
                <a:ea typeface="DejaVu Sans"/>
                <a:cs typeface="DejaVu Sans"/>
              </a:defRPr>
            </a:defPPr>
            <a:lvl1pPr algn="l">
              <a:defRPr sz="1950" b="0">
                <a:solidFill>
                  <a:srgbClr val="87E5D0"/>
                </a:solidFill>
                <a:latin typeface="DejaVu Sans"/>
                <a:ea typeface="DejaVu Sans"/>
                <a:cs typeface="DejaVu Sans"/>
              </a:defRPr>
            </a:lvl1pPr>
            <a:lvl2pPr algn="l">
              <a:defRPr sz="1950" b="0">
                <a:solidFill>
                  <a:srgbClr val="87E5D0"/>
                </a:solidFill>
                <a:latin typeface="DejaVu Sans"/>
                <a:ea typeface="DejaVu Sans"/>
                <a:cs typeface="DejaVu Sans"/>
              </a:defRPr>
            </a:lvl2pPr>
            <a:lvl3pPr algn="l">
              <a:defRPr sz="1950" b="0">
                <a:solidFill>
                  <a:srgbClr val="87E5D0"/>
                </a:solidFill>
                <a:latin typeface="DejaVu Sans"/>
                <a:ea typeface="DejaVu Sans"/>
                <a:cs typeface="DejaVu Sans"/>
              </a:defRPr>
            </a:lvl3pPr>
            <a:lvl4pPr algn="l">
              <a:defRPr sz="1950" b="0">
                <a:solidFill>
                  <a:srgbClr val="87E5D0"/>
                </a:solidFill>
                <a:latin typeface="DejaVu Sans"/>
                <a:ea typeface="DejaVu Sans"/>
                <a:cs typeface="DejaVu Sans"/>
              </a:defRPr>
            </a:lvl4pPr>
            <a:lvl5pPr algn="l">
              <a:defRPr sz="1950" b="0">
                <a:solidFill>
                  <a:srgbClr val="87E5D0"/>
                </a:solidFill>
                <a:latin typeface="DejaVu Sans"/>
                <a:ea typeface="DejaVu Sans"/>
                <a:cs typeface="DejaVu Sans"/>
              </a:defRPr>
            </a:lvl5pPr>
            <a:lvl6pPr algn="l">
              <a:defRPr sz="1950" b="0">
                <a:solidFill>
                  <a:srgbClr val="87E5D0"/>
                </a:solidFill>
                <a:latin typeface="DejaVu Sans"/>
                <a:ea typeface="DejaVu Sans"/>
                <a:cs typeface="DejaVu Sans"/>
              </a:defRPr>
            </a:lvl6pPr>
            <a:lvl7pPr algn="l">
              <a:defRPr sz="1950" b="0">
                <a:solidFill>
                  <a:srgbClr val="87E5D0"/>
                </a:solidFill>
                <a:latin typeface="DejaVu Sans"/>
                <a:ea typeface="DejaVu Sans"/>
                <a:cs typeface="DejaVu Sans"/>
              </a:defRPr>
            </a:lvl7pPr>
            <a:lvl8pPr algn="l">
              <a:defRPr sz="1950" b="0">
                <a:solidFill>
                  <a:srgbClr val="87E5D0"/>
                </a:solidFill>
                <a:latin typeface="DejaVu Sans"/>
                <a:ea typeface="DejaVu Sans"/>
                <a:cs typeface="DejaVu Sans"/>
              </a:defRPr>
            </a:lvl8pPr>
            <a:lvl9pPr algn="l">
              <a:defRPr sz="1950" b="0">
                <a:solidFill>
                  <a:srgbClr val="87E5D0"/>
                </a:solidFill>
                <a:latin typeface="DejaVu Sans"/>
                <a:ea typeface="DejaVu Sans"/>
                <a:cs typeface="DejaVu Sans"/>
              </a:defRPr>
            </a:lvl9pPr>
          </a:lstStyle>
          <a:p xmlns:a="http://schemas.openxmlformats.org/drawingml/2006/main">
            <a:pPr algn="l">
              <a:lnSpc>
                <a:spcPct val="104000"/>
              </a:lnSpc>
              <a:buNone/>
              <a:defRPr sz="1950" b="0">
                <a:solidFill>
                  <a:srgbClr val="87E5D0"/>
                </a:solidFill>
                <a:latin typeface="DejaVu Sans"/>
                <a:ea typeface="DejaVu Sans"/>
                <a:cs typeface="DejaVu Sans"/>
              </a:defRPr>
            </a:pPr>
            <a:r>
              <a:rPr sz="1950" b="0">
                <a:solidFill>
                  <a:srgbClr val="87E5D0"/>
                </a:solidFill>
                <a:latin typeface="DejaVu Sans"/>
                <a:ea typeface="DejaVu Sans"/>
                <a:cs typeface="DejaVu Sans"/>
              </a:rPr>
              <a:t>Body pelanggan cukup {"plan":"premium"}, ditambah header Idempotency-Key.</a:t>
            </a:r>
          </a:p>
        </p:txBody>
      </p:sp>
      <p:sp>
        <p:nvSpPr>
          <p:cNvPr id="5" name="text-19">
            <a:extLst xmlns:a="http://schemas.openxmlformats.org/drawingml/2006/main">
              <a:ext uri="{FF2B5EF4-FFF2-40B4-BE49-F238E27FC236}">
                <a16:creationId xmlns:a16="http://schemas.microsoft.com/office/drawing/2014/main" id="{F3407815-914C-43EC-A596-DDBC94854404}"/>
              </a:ext>
            </a:extLst>
          </p:cNvPr>
          <p:cNvSpPr>
            <a:spLocks xmlns:a="http://schemas.openxmlformats.org/drawingml/2006/main" noGrp="1"/>
          </p:cNvSpPr>
          <p:nvPr/>
        </p:nvSpPr>
        <p:spPr>
          <a:xfrm xmlns:a="http://schemas.openxmlformats.org/drawingml/2006/main">
            <a:off x="609600" y="6562725"/>
            <a:ext cx="1005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EADB9"/>
                </a:solidFill>
                <a:latin typeface="DejaVu Sans"/>
                <a:ea typeface="DejaVu Sans"/>
                <a:cs typeface="DejaVu Sans"/>
              </a:defRPr>
            </a:defPPr>
            <a:lvl1pPr algn="l">
              <a:defRPr sz="1125" b="0">
                <a:solidFill>
                  <a:srgbClr val="9EADB9"/>
                </a:solidFill>
                <a:latin typeface="DejaVu Sans"/>
                <a:ea typeface="DejaVu Sans"/>
                <a:cs typeface="DejaVu Sans"/>
              </a:defRPr>
            </a:lvl1pPr>
            <a:lvl2pPr algn="l">
              <a:defRPr sz="1125" b="0">
                <a:solidFill>
                  <a:srgbClr val="9EADB9"/>
                </a:solidFill>
                <a:latin typeface="DejaVu Sans"/>
                <a:ea typeface="DejaVu Sans"/>
                <a:cs typeface="DejaVu Sans"/>
              </a:defRPr>
            </a:lvl2pPr>
            <a:lvl3pPr algn="l">
              <a:defRPr sz="1125" b="0">
                <a:solidFill>
                  <a:srgbClr val="9EADB9"/>
                </a:solidFill>
                <a:latin typeface="DejaVu Sans"/>
                <a:ea typeface="DejaVu Sans"/>
                <a:cs typeface="DejaVu Sans"/>
              </a:defRPr>
            </a:lvl3pPr>
            <a:lvl4pPr algn="l">
              <a:defRPr sz="1125" b="0">
                <a:solidFill>
                  <a:srgbClr val="9EADB9"/>
                </a:solidFill>
                <a:latin typeface="DejaVu Sans"/>
                <a:ea typeface="DejaVu Sans"/>
                <a:cs typeface="DejaVu Sans"/>
              </a:defRPr>
            </a:lvl4pPr>
            <a:lvl5pPr algn="l">
              <a:defRPr sz="1125" b="0">
                <a:solidFill>
                  <a:srgbClr val="9EADB9"/>
                </a:solidFill>
                <a:latin typeface="DejaVu Sans"/>
                <a:ea typeface="DejaVu Sans"/>
                <a:cs typeface="DejaVu Sans"/>
              </a:defRPr>
            </a:lvl5pPr>
            <a:lvl6pPr algn="l">
              <a:defRPr sz="1125" b="0">
                <a:solidFill>
                  <a:srgbClr val="9EADB9"/>
                </a:solidFill>
                <a:latin typeface="DejaVu Sans"/>
                <a:ea typeface="DejaVu Sans"/>
                <a:cs typeface="DejaVu Sans"/>
              </a:defRPr>
            </a:lvl6pPr>
            <a:lvl7pPr algn="l">
              <a:defRPr sz="1125" b="0">
                <a:solidFill>
                  <a:srgbClr val="9EADB9"/>
                </a:solidFill>
                <a:latin typeface="DejaVu Sans"/>
                <a:ea typeface="DejaVu Sans"/>
                <a:cs typeface="DejaVu Sans"/>
              </a:defRPr>
            </a:lvl7pPr>
            <a:lvl8pPr algn="l">
              <a:defRPr sz="1125" b="0">
                <a:solidFill>
                  <a:srgbClr val="9EADB9"/>
                </a:solidFill>
                <a:latin typeface="DejaVu Sans"/>
                <a:ea typeface="DejaVu Sans"/>
                <a:cs typeface="DejaVu Sans"/>
              </a:defRPr>
            </a:lvl8pPr>
            <a:lvl9pPr algn="l">
              <a:defRPr sz="1125" b="0">
                <a:solidFill>
                  <a:srgbClr val="9EADB9"/>
                </a:solidFill>
                <a:latin typeface="DejaVu Sans"/>
                <a:ea typeface="DejaVu Sans"/>
                <a:cs typeface="DejaVu Sans"/>
              </a:defRPr>
            </a:lvl9pPr>
          </a:lstStyle>
          <a:p xmlns:a="http://schemas.openxmlformats.org/drawingml/2006/main">
            <a:pPr algn="l">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Bryan 1/3   Kode: src/config/apiPlans.js, src/controllers/billing.js</a:t>
            </a:r>
          </a:p>
        </p:txBody>
      </p:sp>
      <p:sp>
        <p:nvSpPr>
          <p:cNvPr id="6" name="text-20">
            <a:extLst xmlns:a="http://schemas.openxmlformats.org/drawingml/2006/main">
              <a:ext uri="{FF2B5EF4-FFF2-40B4-BE49-F238E27FC236}">
                <a16:creationId xmlns:a16="http://schemas.microsoft.com/office/drawing/2014/main" id="{B83A9AA2-FFBC-4502-93FF-E4F2C07771C8}"/>
              </a:ext>
            </a:extLst>
          </p:cNvPr>
          <p:cNvSpPr>
            <a:spLocks xmlns:a="http://schemas.openxmlformats.org/drawingml/2006/main" noGrp="1"/>
          </p:cNvSpPr>
          <p:nvPr/>
        </p:nvSpPr>
        <p:spPr>
          <a:xfrm xmlns:a="http://schemas.openxmlformats.org/drawingml/2006/main">
            <a:off x="10877550" y="6562725"/>
            <a:ext cx="704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9EADB9"/>
                </a:solidFill>
                <a:latin typeface="DejaVu Sans"/>
                <a:ea typeface="DejaVu Sans"/>
                <a:cs typeface="DejaVu Sans"/>
              </a:defRPr>
            </a:defPPr>
            <a:lvl1pPr algn="r">
              <a:defRPr sz="1125" b="0">
                <a:solidFill>
                  <a:srgbClr val="9EADB9"/>
                </a:solidFill>
                <a:latin typeface="DejaVu Sans"/>
                <a:ea typeface="DejaVu Sans"/>
                <a:cs typeface="DejaVu Sans"/>
              </a:defRPr>
            </a:lvl1pPr>
            <a:lvl2pPr algn="r">
              <a:defRPr sz="1125" b="0">
                <a:solidFill>
                  <a:srgbClr val="9EADB9"/>
                </a:solidFill>
                <a:latin typeface="DejaVu Sans"/>
                <a:ea typeface="DejaVu Sans"/>
                <a:cs typeface="DejaVu Sans"/>
              </a:defRPr>
            </a:lvl2pPr>
            <a:lvl3pPr algn="r">
              <a:defRPr sz="1125" b="0">
                <a:solidFill>
                  <a:srgbClr val="9EADB9"/>
                </a:solidFill>
                <a:latin typeface="DejaVu Sans"/>
                <a:ea typeface="DejaVu Sans"/>
                <a:cs typeface="DejaVu Sans"/>
              </a:defRPr>
            </a:lvl3pPr>
            <a:lvl4pPr algn="r">
              <a:defRPr sz="1125" b="0">
                <a:solidFill>
                  <a:srgbClr val="9EADB9"/>
                </a:solidFill>
                <a:latin typeface="DejaVu Sans"/>
                <a:ea typeface="DejaVu Sans"/>
                <a:cs typeface="DejaVu Sans"/>
              </a:defRPr>
            </a:lvl4pPr>
            <a:lvl5pPr algn="r">
              <a:defRPr sz="1125" b="0">
                <a:solidFill>
                  <a:srgbClr val="9EADB9"/>
                </a:solidFill>
                <a:latin typeface="DejaVu Sans"/>
                <a:ea typeface="DejaVu Sans"/>
                <a:cs typeface="DejaVu Sans"/>
              </a:defRPr>
            </a:lvl5pPr>
            <a:lvl6pPr algn="r">
              <a:defRPr sz="1125" b="0">
                <a:solidFill>
                  <a:srgbClr val="9EADB9"/>
                </a:solidFill>
                <a:latin typeface="DejaVu Sans"/>
                <a:ea typeface="DejaVu Sans"/>
                <a:cs typeface="DejaVu Sans"/>
              </a:defRPr>
            </a:lvl6pPr>
            <a:lvl7pPr algn="r">
              <a:defRPr sz="1125" b="0">
                <a:solidFill>
                  <a:srgbClr val="9EADB9"/>
                </a:solidFill>
                <a:latin typeface="DejaVu Sans"/>
                <a:ea typeface="DejaVu Sans"/>
                <a:cs typeface="DejaVu Sans"/>
              </a:defRPr>
            </a:lvl7pPr>
            <a:lvl8pPr algn="r">
              <a:defRPr sz="1125" b="0">
                <a:solidFill>
                  <a:srgbClr val="9EADB9"/>
                </a:solidFill>
                <a:latin typeface="DejaVu Sans"/>
                <a:ea typeface="DejaVu Sans"/>
                <a:cs typeface="DejaVu Sans"/>
              </a:defRPr>
            </a:lvl8pPr>
            <a:lvl9pPr algn="r">
              <a:defRPr sz="1125" b="0">
                <a:solidFill>
                  <a:srgbClr val="9EADB9"/>
                </a:solidFill>
                <a:latin typeface="DejaVu Sans"/>
                <a:ea typeface="DejaVu Sans"/>
                <a:cs typeface="DejaVu Sans"/>
              </a:defRPr>
            </a:lvl9pPr>
          </a:lstStyle>
          <a:p xmlns:a="http://schemas.openxmlformats.org/drawingml/2006/main">
            <a:pPr algn="r">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04/12</a:t>
            </a:r>
          </a:p>
        </p:txBody>
      </p:sp>
    </p:spTree>
    <p:extLst>
      <p:ext uri="{BB962C8B-B14F-4D97-AF65-F5344CB8AC3E}">
        <p14:creationId xmlns:p14="http://schemas.microsoft.com/office/powerpoint/2010/main" val="1442265026"/>
      </p:ext>
    </p:extLst>
  </p:cSld>
</p:sld>
</file>

<file path=ppt/slides/slide5.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7" name="text-21">
            <a:extLst xmlns:a="http://schemas.openxmlformats.org/drawingml/2006/main">
              <a:ext uri="{FF2B5EF4-FFF2-40B4-BE49-F238E27FC236}">
                <a16:creationId xmlns:a16="http://schemas.microsoft.com/office/drawing/2014/main" id="{39FC7FBC-2A9B-439D-B5F3-45B102D6140D}"/>
              </a:ext>
            </a:extLst>
          </p:cNvPr>
          <p:cNvSpPr>
            <a:spLocks xmlns:a="http://schemas.openxmlformats.org/drawingml/2006/main" noGrp="1"/>
          </p:cNvSpPr>
          <p:nvPr/>
        </p:nvSpPr>
        <p:spPr>
          <a:xfrm xmlns:a="http://schemas.openxmlformats.org/drawingml/2006/main">
            <a:off x="609600" y="4095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5F7FA"/>
                </a:solidFill>
                <a:latin typeface="DejaVu Sans"/>
                <a:ea typeface="DejaVu Sans"/>
                <a:cs typeface="DejaVu Sans"/>
              </a:defRPr>
            </a:defPPr>
            <a:lvl1pPr algn="l">
              <a:defRPr sz="3225" b="1">
                <a:solidFill>
                  <a:srgbClr val="F5F7FA"/>
                </a:solidFill>
                <a:latin typeface="DejaVu Sans"/>
                <a:ea typeface="DejaVu Sans"/>
                <a:cs typeface="DejaVu Sans"/>
              </a:defRPr>
            </a:lvl1pPr>
            <a:lvl2pPr algn="l">
              <a:defRPr sz="3225" b="1">
                <a:solidFill>
                  <a:srgbClr val="F5F7FA"/>
                </a:solidFill>
                <a:latin typeface="DejaVu Sans"/>
                <a:ea typeface="DejaVu Sans"/>
                <a:cs typeface="DejaVu Sans"/>
              </a:defRPr>
            </a:lvl2pPr>
            <a:lvl3pPr algn="l">
              <a:defRPr sz="3225" b="1">
                <a:solidFill>
                  <a:srgbClr val="F5F7FA"/>
                </a:solidFill>
                <a:latin typeface="DejaVu Sans"/>
                <a:ea typeface="DejaVu Sans"/>
                <a:cs typeface="DejaVu Sans"/>
              </a:defRPr>
            </a:lvl3pPr>
            <a:lvl4pPr algn="l">
              <a:defRPr sz="3225" b="1">
                <a:solidFill>
                  <a:srgbClr val="F5F7FA"/>
                </a:solidFill>
                <a:latin typeface="DejaVu Sans"/>
                <a:ea typeface="DejaVu Sans"/>
                <a:cs typeface="DejaVu Sans"/>
              </a:defRPr>
            </a:lvl4pPr>
            <a:lvl5pPr algn="l">
              <a:defRPr sz="3225" b="1">
                <a:solidFill>
                  <a:srgbClr val="F5F7FA"/>
                </a:solidFill>
                <a:latin typeface="DejaVu Sans"/>
                <a:ea typeface="DejaVu Sans"/>
                <a:cs typeface="DejaVu Sans"/>
              </a:defRPr>
            </a:lvl5pPr>
            <a:lvl6pPr algn="l">
              <a:defRPr sz="3225" b="1">
                <a:solidFill>
                  <a:srgbClr val="F5F7FA"/>
                </a:solidFill>
                <a:latin typeface="DejaVu Sans"/>
                <a:ea typeface="DejaVu Sans"/>
                <a:cs typeface="DejaVu Sans"/>
              </a:defRPr>
            </a:lvl6pPr>
            <a:lvl7pPr algn="l">
              <a:defRPr sz="3225" b="1">
                <a:solidFill>
                  <a:srgbClr val="F5F7FA"/>
                </a:solidFill>
                <a:latin typeface="DejaVu Sans"/>
                <a:ea typeface="DejaVu Sans"/>
                <a:cs typeface="DejaVu Sans"/>
              </a:defRPr>
            </a:lvl7pPr>
            <a:lvl8pPr algn="l">
              <a:defRPr sz="3225" b="1">
                <a:solidFill>
                  <a:srgbClr val="F5F7FA"/>
                </a:solidFill>
                <a:latin typeface="DejaVu Sans"/>
                <a:ea typeface="DejaVu Sans"/>
                <a:cs typeface="DejaVu Sans"/>
              </a:defRPr>
            </a:lvl8pPr>
            <a:lvl9pPr algn="l">
              <a:defRPr sz="3225" b="1">
                <a:solidFill>
                  <a:srgbClr val="F5F7FA"/>
                </a:solidFill>
                <a:latin typeface="DejaVu Sans"/>
                <a:ea typeface="DejaVu Sans"/>
                <a:cs typeface="DejaVu Sans"/>
              </a:defRPr>
            </a:lvl9pPr>
          </a:lstStyle>
          <a:p xmlns:a="http://schemas.openxmlformats.org/drawingml/2006/main">
            <a:pPr algn="l">
              <a:lnSpc>
                <a:spcPct val="104000"/>
              </a:lnSpc>
              <a:buNone/>
              <a:defRPr sz="3225" b="1">
                <a:solidFill>
                  <a:srgbClr val="F5F7FA"/>
                </a:solidFill>
                <a:latin typeface="DejaVu Sans"/>
                <a:ea typeface="DejaVu Sans"/>
                <a:cs typeface="DejaVu Sans"/>
              </a:defRPr>
            </a:pPr>
            <a:r>
              <a:rPr sz="3225" b="1">
                <a:solidFill>
                  <a:srgbClr val="F5F7FA"/>
                </a:solidFill>
                <a:latin typeface="DejaVu Sans"/>
                <a:ea typeface="DejaVu Sans"/>
                <a:cs typeface="DejaVu Sans"/>
              </a:rPr>
              <a:t>Konfirmasi mengaktifkan Premium</a:t>
            </a:r>
          </a:p>
        </p:txBody>
      </p:sp>
      <p:sp>
        <p:nvSpPr>
          <p:cNvPr id="2" name="text-22">
            <a:extLst xmlns:a="http://schemas.openxmlformats.org/drawingml/2006/main">
              <a:ext uri="{FF2B5EF4-FFF2-40B4-BE49-F238E27FC236}">
                <a16:creationId xmlns:a16="http://schemas.microsoft.com/office/drawing/2014/main" id="{0EF07FFF-3A11-413D-ACD4-6225B9221259}"/>
              </a:ext>
            </a:extLst>
          </p:cNvPr>
          <p:cNvSpPr>
            <a:spLocks xmlns:a="http://schemas.openxmlformats.org/drawingml/2006/main" noGrp="1"/>
          </p:cNvSpPr>
          <p:nvPr/>
        </p:nvSpPr>
        <p:spPr>
          <a:xfrm xmlns:a="http://schemas.openxmlformats.org/drawingml/2006/main">
            <a:off x="609600" y="115252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3E8"/>
                </a:solidFill>
                <a:latin typeface="DejaVu Sans"/>
                <a:ea typeface="DejaVu Sans"/>
                <a:cs typeface="DejaVu Sans"/>
              </a:defRPr>
            </a:defPPr>
            <a:lvl1pPr algn="l">
              <a:defRPr sz="1875" b="0">
                <a:solidFill>
                  <a:srgbClr val="DDE3E8"/>
                </a:solidFill>
                <a:latin typeface="DejaVu Sans"/>
                <a:ea typeface="DejaVu Sans"/>
                <a:cs typeface="DejaVu Sans"/>
              </a:defRPr>
            </a:lvl1pPr>
            <a:lvl2pPr algn="l">
              <a:defRPr sz="1875" b="0">
                <a:solidFill>
                  <a:srgbClr val="DDE3E8"/>
                </a:solidFill>
                <a:latin typeface="DejaVu Sans"/>
                <a:ea typeface="DejaVu Sans"/>
                <a:cs typeface="DejaVu Sans"/>
              </a:defRPr>
            </a:lvl2pPr>
            <a:lvl3pPr algn="l">
              <a:defRPr sz="1875" b="0">
                <a:solidFill>
                  <a:srgbClr val="DDE3E8"/>
                </a:solidFill>
                <a:latin typeface="DejaVu Sans"/>
                <a:ea typeface="DejaVu Sans"/>
                <a:cs typeface="DejaVu Sans"/>
              </a:defRPr>
            </a:lvl3pPr>
            <a:lvl4pPr algn="l">
              <a:defRPr sz="1875" b="0">
                <a:solidFill>
                  <a:srgbClr val="DDE3E8"/>
                </a:solidFill>
                <a:latin typeface="DejaVu Sans"/>
                <a:ea typeface="DejaVu Sans"/>
                <a:cs typeface="DejaVu Sans"/>
              </a:defRPr>
            </a:lvl4pPr>
            <a:lvl5pPr algn="l">
              <a:defRPr sz="1875" b="0">
                <a:solidFill>
                  <a:srgbClr val="DDE3E8"/>
                </a:solidFill>
                <a:latin typeface="DejaVu Sans"/>
                <a:ea typeface="DejaVu Sans"/>
                <a:cs typeface="DejaVu Sans"/>
              </a:defRPr>
            </a:lvl5pPr>
            <a:lvl6pPr algn="l">
              <a:defRPr sz="1875" b="0">
                <a:solidFill>
                  <a:srgbClr val="DDE3E8"/>
                </a:solidFill>
                <a:latin typeface="DejaVu Sans"/>
                <a:ea typeface="DejaVu Sans"/>
                <a:cs typeface="DejaVu Sans"/>
              </a:defRPr>
            </a:lvl6pPr>
            <a:lvl7pPr algn="l">
              <a:defRPr sz="1875" b="0">
                <a:solidFill>
                  <a:srgbClr val="DDE3E8"/>
                </a:solidFill>
                <a:latin typeface="DejaVu Sans"/>
                <a:ea typeface="DejaVu Sans"/>
                <a:cs typeface="DejaVu Sans"/>
              </a:defRPr>
            </a:lvl7pPr>
            <a:lvl8pPr algn="l">
              <a:defRPr sz="1875" b="0">
                <a:solidFill>
                  <a:srgbClr val="DDE3E8"/>
                </a:solidFill>
                <a:latin typeface="DejaVu Sans"/>
                <a:ea typeface="DejaVu Sans"/>
                <a:cs typeface="DejaVu Sans"/>
              </a:defRPr>
            </a:lvl8pPr>
            <a:lvl9pPr algn="l">
              <a:defRPr sz="1875" b="0">
                <a:solidFill>
                  <a:srgbClr val="DDE3E8"/>
                </a:solidFill>
                <a:latin typeface="DejaVu Sans"/>
                <a:ea typeface="DejaVu Sans"/>
                <a:cs typeface="DejaVu Sans"/>
              </a:defRPr>
            </a:lvl9pPr>
          </a:lstStyle>
          <a:p xmlns:a="http://schemas.openxmlformats.org/drawingml/2006/main">
            <a:pPr algn="l">
              <a:lnSpc>
                <a:spcPct val="104000"/>
              </a:lnSpc>
              <a:buNone/>
              <a:defRPr sz="1875" b="0">
                <a:solidFill>
                  <a:srgbClr val="DDE3E8"/>
                </a:solidFill>
                <a:latin typeface="DejaVu Sans"/>
                <a:ea typeface="DejaVu Sans"/>
                <a:cs typeface="DejaVu Sans"/>
              </a:defRPr>
            </a:pPr>
            <a:r>
              <a:rPr sz="1875" b="0">
                <a:solidFill>
                  <a:srgbClr val="DDE3E8"/>
                </a:solidFill>
                <a:latin typeface="DejaVu Sans"/>
                <a:ea typeface="DejaVu Sans"/>
                <a:cs typeface="DejaVu Sans"/>
              </a:rPr>
              <a:t>Admin mengonfirmasi invoice. Pelanggan tidak dapat mengaktifkannya sendiri.</a:t>
            </a:r>
          </a:p>
        </p:txBody>
      </p:sp>
      <p:graphicFrame>
        <p:nvGraphicFramePr>
          <p:cNvPr id="3" name="">
            <a:extLst xmlns:a="http://schemas.openxmlformats.org/drawingml/2006/main">
              <a:ext uri="{FF2B5EF4-FFF2-40B4-BE49-F238E27FC236}">
                <a16:creationId xmlns:a16="http://schemas.microsoft.com/office/drawing/2014/main" id="{0FA1E555-9BE1-42CE-9AEC-BA019C3B52BC}"/>
              </a:ext>
            </a:extLst>
          </p:cNvPr>
          <p:cNvGraphicFramePr/>
          <p:nvPr/>
        </p:nvGraphicFramePr>
        <p:xfrm>
          <a:off xmlns:a="http://schemas.openxmlformats.org/drawingml/2006/main" x="609600" y="1762125"/>
          <a:ext xmlns:a="http://schemas.openxmlformats.org/drawingml/2006/main" cx="10972800" cy="3048000"/>
        </p:xfrm>
        <a:graphic xmlns:a="http://schemas.openxmlformats.org/drawingml/2006/main">
          <a:graphicData uri="http://schemas.openxmlformats.org/drawingml/2006/table">
            <a:tbl>
              <a:tblPr firstRow="0" firstCol="0" bandRow="0"/>
              <a:tblGrid>
                <a:gridCol w="4476750"/>
                <a:gridCol w="6496050"/>
              </a:tblGrid>
              <a:tr h="476250">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Bagian kode</a:t>
                      </a:r>
                    </a:p>
                  </a:txBody>
                  <a:tcPr marL="91440" marR="91440" marT="45720" marB="45720" anchor="ctr">
                    <a:lnL w="9525">
                      <a:solidFill>
                        <a:srgbClr val="34414C"/>
                      </a:solidFill>
                      <a:prstDash val="solid"/>
                    </a:lnL>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Pekerjaannya</a:t>
                      </a:r>
                    </a:p>
                  </a:txBody>
                  <a:tcPr marL="91440" marR="91440" marT="45720" marB="45720" anchor="ctr">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confirmPayment()</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Memvalidasi invoice dan menjalankan</a:t>
                      </a:r>
                    </a:p>
                    <a:p>
                      <a:pPr algn="l">
                        <a:lnSpc>
                          <a:spcPct val="100000"/>
                        </a:lnSpc>
                        <a:buNone/>
                      </a:pPr>
                      <a:r>
                        <a:rPr sz="1950" b="0">
                          <a:solidFill>
                            <a:srgbClr val="DDE3E8"/>
                          </a:solidFill>
                          <a:latin typeface="DejaVu Sans"/>
                          <a:ea typeface="DejaVu Sans"/>
                          <a:cs typeface="DejaVu Sans"/>
                        </a:rPr>
                        <a:t>konfirmasi dalam transaksi.</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payment.status</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Berubah dari pending menjadi paid setelah</a:t>
                      </a:r>
                    </a:p>
                    <a:p>
                      <a:pPr algn="l">
                        <a:lnSpc>
                          <a:spcPct val="100000"/>
                        </a:lnSpc>
                        <a:buNone/>
                      </a:pPr>
                      <a:r>
                        <a:rPr sz="1950" b="0">
                          <a:solidFill>
                            <a:srgbClr val="DDE3E8"/>
                          </a:solidFill>
                          <a:latin typeface="DejaVu Sans"/>
                          <a:ea typeface="DejaVu Sans"/>
                          <a:cs typeface="DejaVu Sans"/>
                        </a:rPr>
                        <a:t>konfirmasi sah.</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period_start, period_end</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Menandai awal dan akhir periode Premium yang</a:t>
                      </a:r>
                    </a:p>
                    <a:p>
                      <a:pPr algn="l">
                        <a:lnSpc>
                          <a:spcPct val="100000"/>
                        </a:lnSpc>
                        <a:buNone/>
                      </a:pPr>
                      <a:r>
                        <a:rPr sz="1950" b="0">
                          <a:solidFill>
                            <a:srgbClr val="DDE3E8"/>
                          </a:solidFill>
                          <a:latin typeface="DejaVu Sans"/>
                          <a:ea typeface="DejaVu Sans"/>
                          <a:cs typeface="DejaVu Sans"/>
                        </a:rPr>
                        <a:t>dibeli.</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bl>
          </a:graphicData>
        </a:graphic>
      </p:graphicFrame>
      <p:sp>
        <p:nvSpPr>
          <p:cNvPr id="4" name="text-23">
            <a:extLst xmlns:a="http://schemas.openxmlformats.org/drawingml/2006/main">
              <a:ext uri="{FF2B5EF4-FFF2-40B4-BE49-F238E27FC236}">
                <a16:creationId xmlns:a16="http://schemas.microsoft.com/office/drawing/2014/main" id="{748BAFDC-0098-4C87-8E9E-DA2835EA25F4}"/>
              </a:ext>
            </a:extLst>
          </p:cNvPr>
          <p:cNvSpPr>
            <a:spLocks xmlns:a="http://schemas.openxmlformats.org/drawingml/2006/main" noGrp="1"/>
          </p:cNvSpPr>
          <p:nvPr/>
        </p:nvSpPr>
        <p:spPr>
          <a:xfrm xmlns:a="http://schemas.openxmlformats.org/drawingml/2006/main">
            <a:off x="609600" y="525780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87E5D0"/>
                </a:solidFill>
                <a:latin typeface="DejaVu Sans"/>
                <a:ea typeface="DejaVu Sans"/>
                <a:cs typeface="DejaVu Sans"/>
              </a:defRPr>
            </a:defPPr>
            <a:lvl1pPr algn="l">
              <a:defRPr sz="1950" b="0">
                <a:solidFill>
                  <a:srgbClr val="87E5D0"/>
                </a:solidFill>
                <a:latin typeface="DejaVu Sans"/>
                <a:ea typeface="DejaVu Sans"/>
                <a:cs typeface="DejaVu Sans"/>
              </a:defRPr>
            </a:lvl1pPr>
            <a:lvl2pPr algn="l">
              <a:defRPr sz="1950" b="0">
                <a:solidFill>
                  <a:srgbClr val="87E5D0"/>
                </a:solidFill>
                <a:latin typeface="DejaVu Sans"/>
                <a:ea typeface="DejaVu Sans"/>
                <a:cs typeface="DejaVu Sans"/>
              </a:defRPr>
            </a:lvl2pPr>
            <a:lvl3pPr algn="l">
              <a:defRPr sz="1950" b="0">
                <a:solidFill>
                  <a:srgbClr val="87E5D0"/>
                </a:solidFill>
                <a:latin typeface="DejaVu Sans"/>
                <a:ea typeface="DejaVu Sans"/>
                <a:cs typeface="DejaVu Sans"/>
              </a:defRPr>
            </a:lvl3pPr>
            <a:lvl4pPr algn="l">
              <a:defRPr sz="1950" b="0">
                <a:solidFill>
                  <a:srgbClr val="87E5D0"/>
                </a:solidFill>
                <a:latin typeface="DejaVu Sans"/>
                <a:ea typeface="DejaVu Sans"/>
                <a:cs typeface="DejaVu Sans"/>
              </a:defRPr>
            </a:lvl4pPr>
            <a:lvl5pPr algn="l">
              <a:defRPr sz="1950" b="0">
                <a:solidFill>
                  <a:srgbClr val="87E5D0"/>
                </a:solidFill>
                <a:latin typeface="DejaVu Sans"/>
                <a:ea typeface="DejaVu Sans"/>
                <a:cs typeface="DejaVu Sans"/>
              </a:defRPr>
            </a:lvl5pPr>
            <a:lvl6pPr algn="l">
              <a:defRPr sz="1950" b="0">
                <a:solidFill>
                  <a:srgbClr val="87E5D0"/>
                </a:solidFill>
                <a:latin typeface="DejaVu Sans"/>
                <a:ea typeface="DejaVu Sans"/>
                <a:cs typeface="DejaVu Sans"/>
              </a:defRPr>
            </a:lvl6pPr>
            <a:lvl7pPr algn="l">
              <a:defRPr sz="1950" b="0">
                <a:solidFill>
                  <a:srgbClr val="87E5D0"/>
                </a:solidFill>
                <a:latin typeface="DejaVu Sans"/>
                <a:ea typeface="DejaVu Sans"/>
                <a:cs typeface="DejaVu Sans"/>
              </a:defRPr>
            </a:lvl7pPr>
            <a:lvl8pPr algn="l">
              <a:defRPr sz="1950" b="0">
                <a:solidFill>
                  <a:srgbClr val="87E5D0"/>
                </a:solidFill>
                <a:latin typeface="DejaVu Sans"/>
                <a:ea typeface="DejaVu Sans"/>
                <a:cs typeface="DejaVu Sans"/>
              </a:defRPr>
            </a:lvl8pPr>
            <a:lvl9pPr algn="l">
              <a:defRPr sz="1950" b="0">
                <a:solidFill>
                  <a:srgbClr val="87E5D0"/>
                </a:solidFill>
                <a:latin typeface="DejaVu Sans"/>
                <a:ea typeface="DejaVu Sans"/>
                <a:cs typeface="DejaVu Sans"/>
              </a:defRPr>
            </a:lvl9pPr>
          </a:lstStyle>
          <a:p xmlns:a="http://schemas.openxmlformats.org/drawingml/2006/main">
            <a:pPr algn="l">
              <a:lnSpc>
                <a:spcPct val="104000"/>
              </a:lnSpc>
              <a:buNone/>
              <a:defRPr sz="1950" b="0">
                <a:solidFill>
                  <a:srgbClr val="87E5D0"/>
                </a:solidFill>
                <a:latin typeface="DejaVu Sans"/>
                <a:ea typeface="DejaVu Sans"/>
                <a:cs typeface="DejaVu Sans"/>
              </a:defRPr>
            </a:pPr>
            <a:r>
              <a:rPr sz="1950" b="0">
                <a:solidFill>
                  <a:srgbClr val="87E5D0"/>
                </a:solidFill>
                <a:latin typeface="DejaVu Sans"/>
                <a:ea typeface="DejaVu Sans"/>
                <a:cs typeface="DejaVu Sans"/>
              </a:rPr>
              <a:t>Admin mengirim {"simulation":true}. Tidak ada debit uang sungguhan.</a:t>
            </a:r>
          </a:p>
        </p:txBody>
      </p:sp>
      <p:sp>
        <p:nvSpPr>
          <p:cNvPr id="5" name="text-24">
            <a:extLst xmlns:a="http://schemas.openxmlformats.org/drawingml/2006/main">
              <a:ext uri="{FF2B5EF4-FFF2-40B4-BE49-F238E27FC236}">
                <a16:creationId xmlns:a16="http://schemas.microsoft.com/office/drawing/2014/main" id="{AD0B4217-8164-4DB2-AC15-0D73C1DB4570}"/>
              </a:ext>
            </a:extLst>
          </p:cNvPr>
          <p:cNvSpPr>
            <a:spLocks xmlns:a="http://schemas.openxmlformats.org/drawingml/2006/main" noGrp="1"/>
          </p:cNvSpPr>
          <p:nvPr/>
        </p:nvSpPr>
        <p:spPr>
          <a:xfrm xmlns:a="http://schemas.openxmlformats.org/drawingml/2006/main">
            <a:off x="609600" y="6562725"/>
            <a:ext cx="1005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EADB9"/>
                </a:solidFill>
                <a:latin typeface="DejaVu Sans"/>
                <a:ea typeface="DejaVu Sans"/>
                <a:cs typeface="DejaVu Sans"/>
              </a:defRPr>
            </a:defPPr>
            <a:lvl1pPr algn="l">
              <a:defRPr sz="1125" b="0">
                <a:solidFill>
                  <a:srgbClr val="9EADB9"/>
                </a:solidFill>
                <a:latin typeface="DejaVu Sans"/>
                <a:ea typeface="DejaVu Sans"/>
                <a:cs typeface="DejaVu Sans"/>
              </a:defRPr>
            </a:lvl1pPr>
            <a:lvl2pPr algn="l">
              <a:defRPr sz="1125" b="0">
                <a:solidFill>
                  <a:srgbClr val="9EADB9"/>
                </a:solidFill>
                <a:latin typeface="DejaVu Sans"/>
                <a:ea typeface="DejaVu Sans"/>
                <a:cs typeface="DejaVu Sans"/>
              </a:defRPr>
            </a:lvl2pPr>
            <a:lvl3pPr algn="l">
              <a:defRPr sz="1125" b="0">
                <a:solidFill>
                  <a:srgbClr val="9EADB9"/>
                </a:solidFill>
                <a:latin typeface="DejaVu Sans"/>
                <a:ea typeface="DejaVu Sans"/>
                <a:cs typeface="DejaVu Sans"/>
              </a:defRPr>
            </a:lvl3pPr>
            <a:lvl4pPr algn="l">
              <a:defRPr sz="1125" b="0">
                <a:solidFill>
                  <a:srgbClr val="9EADB9"/>
                </a:solidFill>
                <a:latin typeface="DejaVu Sans"/>
                <a:ea typeface="DejaVu Sans"/>
                <a:cs typeface="DejaVu Sans"/>
              </a:defRPr>
            </a:lvl4pPr>
            <a:lvl5pPr algn="l">
              <a:defRPr sz="1125" b="0">
                <a:solidFill>
                  <a:srgbClr val="9EADB9"/>
                </a:solidFill>
                <a:latin typeface="DejaVu Sans"/>
                <a:ea typeface="DejaVu Sans"/>
                <a:cs typeface="DejaVu Sans"/>
              </a:defRPr>
            </a:lvl5pPr>
            <a:lvl6pPr algn="l">
              <a:defRPr sz="1125" b="0">
                <a:solidFill>
                  <a:srgbClr val="9EADB9"/>
                </a:solidFill>
                <a:latin typeface="DejaVu Sans"/>
                <a:ea typeface="DejaVu Sans"/>
                <a:cs typeface="DejaVu Sans"/>
              </a:defRPr>
            </a:lvl6pPr>
            <a:lvl7pPr algn="l">
              <a:defRPr sz="1125" b="0">
                <a:solidFill>
                  <a:srgbClr val="9EADB9"/>
                </a:solidFill>
                <a:latin typeface="DejaVu Sans"/>
                <a:ea typeface="DejaVu Sans"/>
                <a:cs typeface="DejaVu Sans"/>
              </a:defRPr>
            </a:lvl7pPr>
            <a:lvl8pPr algn="l">
              <a:defRPr sz="1125" b="0">
                <a:solidFill>
                  <a:srgbClr val="9EADB9"/>
                </a:solidFill>
                <a:latin typeface="DejaVu Sans"/>
                <a:ea typeface="DejaVu Sans"/>
                <a:cs typeface="DejaVu Sans"/>
              </a:defRPr>
            </a:lvl8pPr>
            <a:lvl9pPr algn="l">
              <a:defRPr sz="1125" b="0">
                <a:solidFill>
                  <a:srgbClr val="9EADB9"/>
                </a:solidFill>
                <a:latin typeface="DejaVu Sans"/>
                <a:ea typeface="DejaVu Sans"/>
                <a:cs typeface="DejaVu Sans"/>
              </a:defRPr>
            </a:lvl9pPr>
          </a:lstStyle>
          <a:p xmlns:a="http://schemas.openxmlformats.org/drawingml/2006/main">
            <a:pPr algn="l">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Bryan 2/3   Kode: src/services/billing.js, src/routes/billing.js</a:t>
            </a:r>
          </a:p>
        </p:txBody>
      </p:sp>
      <p:sp>
        <p:nvSpPr>
          <p:cNvPr id="6" name="text-25">
            <a:extLst xmlns:a="http://schemas.openxmlformats.org/drawingml/2006/main">
              <a:ext uri="{FF2B5EF4-FFF2-40B4-BE49-F238E27FC236}">
                <a16:creationId xmlns:a16="http://schemas.microsoft.com/office/drawing/2014/main" id="{9FC98474-BEDB-4BDD-8BB5-A65DD0A25952}"/>
              </a:ext>
            </a:extLst>
          </p:cNvPr>
          <p:cNvSpPr>
            <a:spLocks xmlns:a="http://schemas.openxmlformats.org/drawingml/2006/main" noGrp="1"/>
          </p:cNvSpPr>
          <p:nvPr/>
        </p:nvSpPr>
        <p:spPr>
          <a:xfrm xmlns:a="http://schemas.openxmlformats.org/drawingml/2006/main">
            <a:off x="10877550" y="6562725"/>
            <a:ext cx="704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9EADB9"/>
                </a:solidFill>
                <a:latin typeface="DejaVu Sans"/>
                <a:ea typeface="DejaVu Sans"/>
                <a:cs typeface="DejaVu Sans"/>
              </a:defRPr>
            </a:defPPr>
            <a:lvl1pPr algn="r">
              <a:defRPr sz="1125" b="0">
                <a:solidFill>
                  <a:srgbClr val="9EADB9"/>
                </a:solidFill>
                <a:latin typeface="DejaVu Sans"/>
                <a:ea typeface="DejaVu Sans"/>
                <a:cs typeface="DejaVu Sans"/>
              </a:defRPr>
            </a:lvl1pPr>
            <a:lvl2pPr algn="r">
              <a:defRPr sz="1125" b="0">
                <a:solidFill>
                  <a:srgbClr val="9EADB9"/>
                </a:solidFill>
                <a:latin typeface="DejaVu Sans"/>
                <a:ea typeface="DejaVu Sans"/>
                <a:cs typeface="DejaVu Sans"/>
              </a:defRPr>
            </a:lvl2pPr>
            <a:lvl3pPr algn="r">
              <a:defRPr sz="1125" b="0">
                <a:solidFill>
                  <a:srgbClr val="9EADB9"/>
                </a:solidFill>
                <a:latin typeface="DejaVu Sans"/>
                <a:ea typeface="DejaVu Sans"/>
                <a:cs typeface="DejaVu Sans"/>
              </a:defRPr>
            </a:lvl3pPr>
            <a:lvl4pPr algn="r">
              <a:defRPr sz="1125" b="0">
                <a:solidFill>
                  <a:srgbClr val="9EADB9"/>
                </a:solidFill>
                <a:latin typeface="DejaVu Sans"/>
                <a:ea typeface="DejaVu Sans"/>
                <a:cs typeface="DejaVu Sans"/>
              </a:defRPr>
            </a:lvl4pPr>
            <a:lvl5pPr algn="r">
              <a:defRPr sz="1125" b="0">
                <a:solidFill>
                  <a:srgbClr val="9EADB9"/>
                </a:solidFill>
                <a:latin typeface="DejaVu Sans"/>
                <a:ea typeface="DejaVu Sans"/>
                <a:cs typeface="DejaVu Sans"/>
              </a:defRPr>
            </a:lvl5pPr>
            <a:lvl6pPr algn="r">
              <a:defRPr sz="1125" b="0">
                <a:solidFill>
                  <a:srgbClr val="9EADB9"/>
                </a:solidFill>
                <a:latin typeface="DejaVu Sans"/>
                <a:ea typeface="DejaVu Sans"/>
                <a:cs typeface="DejaVu Sans"/>
              </a:defRPr>
            </a:lvl6pPr>
            <a:lvl7pPr algn="r">
              <a:defRPr sz="1125" b="0">
                <a:solidFill>
                  <a:srgbClr val="9EADB9"/>
                </a:solidFill>
                <a:latin typeface="DejaVu Sans"/>
                <a:ea typeface="DejaVu Sans"/>
                <a:cs typeface="DejaVu Sans"/>
              </a:defRPr>
            </a:lvl7pPr>
            <a:lvl8pPr algn="r">
              <a:defRPr sz="1125" b="0">
                <a:solidFill>
                  <a:srgbClr val="9EADB9"/>
                </a:solidFill>
                <a:latin typeface="DejaVu Sans"/>
                <a:ea typeface="DejaVu Sans"/>
                <a:cs typeface="DejaVu Sans"/>
              </a:defRPr>
            </a:lvl8pPr>
            <a:lvl9pPr algn="r">
              <a:defRPr sz="1125" b="0">
                <a:solidFill>
                  <a:srgbClr val="9EADB9"/>
                </a:solidFill>
                <a:latin typeface="DejaVu Sans"/>
                <a:ea typeface="DejaVu Sans"/>
                <a:cs typeface="DejaVu Sans"/>
              </a:defRPr>
            </a:lvl9pPr>
          </a:lstStyle>
          <a:p xmlns:a="http://schemas.openxmlformats.org/drawingml/2006/main">
            <a:pPr algn="r">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05/12</a:t>
            </a:r>
          </a:p>
        </p:txBody>
      </p:sp>
    </p:spTree>
    <p:extLst>
      <p:ext uri="{BB962C8B-B14F-4D97-AF65-F5344CB8AC3E}">
        <p14:creationId xmlns:p14="http://schemas.microsoft.com/office/powerpoint/2010/main" val="1314031408"/>
      </p:ext>
    </p:extLst>
  </p:cSld>
</p:sld>
</file>

<file path=ppt/slides/slide6.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7" name="text-26">
            <a:extLst xmlns:a="http://schemas.openxmlformats.org/drawingml/2006/main">
              <a:ext uri="{FF2B5EF4-FFF2-40B4-BE49-F238E27FC236}">
                <a16:creationId xmlns:a16="http://schemas.microsoft.com/office/drawing/2014/main" id="{BEBDD952-AC29-49B9-9B02-4C86004D7612}"/>
              </a:ext>
            </a:extLst>
          </p:cNvPr>
          <p:cNvSpPr>
            <a:spLocks xmlns:a="http://schemas.openxmlformats.org/drawingml/2006/main" noGrp="1"/>
          </p:cNvSpPr>
          <p:nvPr/>
        </p:nvSpPr>
        <p:spPr>
          <a:xfrm xmlns:a="http://schemas.openxmlformats.org/drawingml/2006/main">
            <a:off x="609600" y="4095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5F7FA"/>
                </a:solidFill>
                <a:latin typeface="DejaVu Sans"/>
                <a:ea typeface="DejaVu Sans"/>
                <a:cs typeface="DejaVu Sans"/>
              </a:defRPr>
            </a:defPPr>
            <a:lvl1pPr algn="l">
              <a:defRPr sz="3225" b="1">
                <a:solidFill>
                  <a:srgbClr val="F5F7FA"/>
                </a:solidFill>
                <a:latin typeface="DejaVu Sans"/>
                <a:ea typeface="DejaVu Sans"/>
                <a:cs typeface="DejaVu Sans"/>
              </a:defRPr>
            </a:lvl1pPr>
            <a:lvl2pPr algn="l">
              <a:defRPr sz="3225" b="1">
                <a:solidFill>
                  <a:srgbClr val="F5F7FA"/>
                </a:solidFill>
                <a:latin typeface="DejaVu Sans"/>
                <a:ea typeface="DejaVu Sans"/>
                <a:cs typeface="DejaVu Sans"/>
              </a:defRPr>
            </a:lvl2pPr>
            <a:lvl3pPr algn="l">
              <a:defRPr sz="3225" b="1">
                <a:solidFill>
                  <a:srgbClr val="F5F7FA"/>
                </a:solidFill>
                <a:latin typeface="DejaVu Sans"/>
                <a:ea typeface="DejaVu Sans"/>
                <a:cs typeface="DejaVu Sans"/>
              </a:defRPr>
            </a:lvl3pPr>
            <a:lvl4pPr algn="l">
              <a:defRPr sz="3225" b="1">
                <a:solidFill>
                  <a:srgbClr val="F5F7FA"/>
                </a:solidFill>
                <a:latin typeface="DejaVu Sans"/>
                <a:ea typeface="DejaVu Sans"/>
                <a:cs typeface="DejaVu Sans"/>
              </a:defRPr>
            </a:lvl4pPr>
            <a:lvl5pPr algn="l">
              <a:defRPr sz="3225" b="1">
                <a:solidFill>
                  <a:srgbClr val="F5F7FA"/>
                </a:solidFill>
                <a:latin typeface="DejaVu Sans"/>
                <a:ea typeface="DejaVu Sans"/>
                <a:cs typeface="DejaVu Sans"/>
              </a:defRPr>
            </a:lvl5pPr>
            <a:lvl6pPr algn="l">
              <a:defRPr sz="3225" b="1">
                <a:solidFill>
                  <a:srgbClr val="F5F7FA"/>
                </a:solidFill>
                <a:latin typeface="DejaVu Sans"/>
                <a:ea typeface="DejaVu Sans"/>
                <a:cs typeface="DejaVu Sans"/>
              </a:defRPr>
            </a:lvl6pPr>
            <a:lvl7pPr algn="l">
              <a:defRPr sz="3225" b="1">
                <a:solidFill>
                  <a:srgbClr val="F5F7FA"/>
                </a:solidFill>
                <a:latin typeface="DejaVu Sans"/>
                <a:ea typeface="DejaVu Sans"/>
                <a:cs typeface="DejaVu Sans"/>
              </a:defRPr>
            </a:lvl7pPr>
            <a:lvl8pPr algn="l">
              <a:defRPr sz="3225" b="1">
                <a:solidFill>
                  <a:srgbClr val="F5F7FA"/>
                </a:solidFill>
                <a:latin typeface="DejaVu Sans"/>
                <a:ea typeface="DejaVu Sans"/>
                <a:cs typeface="DejaVu Sans"/>
              </a:defRPr>
            </a:lvl8pPr>
            <a:lvl9pPr algn="l">
              <a:defRPr sz="3225" b="1">
                <a:solidFill>
                  <a:srgbClr val="F5F7FA"/>
                </a:solidFill>
                <a:latin typeface="DejaVu Sans"/>
                <a:ea typeface="DejaVu Sans"/>
                <a:cs typeface="DejaVu Sans"/>
              </a:defRPr>
            </a:lvl9pPr>
          </a:lstStyle>
          <a:p xmlns:a="http://schemas.openxmlformats.org/drawingml/2006/main">
            <a:pPr algn="l">
              <a:lnSpc>
                <a:spcPct val="104000"/>
              </a:lnSpc>
              <a:buNone/>
              <a:defRPr sz="3225" b="1">
                <a:solidFill>
                  <a:srgbClr val="F5F7FA"/>
                </a:solidFill>
                <a:latin typeface="DejaVu Sans"/>
                <a:ea typeface="DejaVu Sans"/>
                <a:cs typeface="DejaVu Sans"/>
              </a:defRPr>
            </a:pPr>
            <a:r>
              <a:rPr sz="3225" b="1">
                <a:solidFill>
                  <a:srgbClr val="F5F7FA"/>
                </a:solidFill>
                <a:latin typeface="DejaVu Sans"/>
                <a:ea typeface="DejaVu Sans"/>
                <a:cs typeface="DejaVu Sans"/>
              </a:rPr>
              <a:t>Perpanjangan dan pembatalan</a:t>
            </a:r>
          </a:p>
        </p:txBody>
      </p:sp>
      <p:sp>
        <p:nvSpPr>
          <p:cNvPr id="2" name="text-27">
            <a:extLst xmlns:a="http://schemas.openxmlformats.org/drawingml/2006/main">
              <a:ext uri="{FF2B5EF4-FFF2-40B4-BE49-F238E27FC236}">
                <a16:creationId xmlns:a16="http://schemas.microsoft.com/office/drawing/2014/main" id="{D6D981D6-0E85-42C9-ACA9-18BDF70FF349}"/>
              </a:ext>
            </a:extLst>
          </p:cNvPr>
          <p:cNvSpPr>
            <a:spLocks xmlns:a="http://schemas.openxmlformats.org/drawingml/2006/main" noGrp="1"/>
          </p:cNvSpPr>
          <p:nvPr/>
        </p:nvSpPr>
        <p:spPr>
          <a:xfrm xmlns:a="http://schemas.openxmlformats.org/drawingml/2006/main">
            <a:off x="609600" y="115252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3E8"/>
                </a:solidFill>
                <a:latin typeface="DejaVu Sans"/>
                <a:ea typeface="DejaVu Sans"/>
                <a:cs typeface="DejaVu Sans"/>
              </a:defRPr>
            </a:defPPr>
            <a:lvl1pPr algn="l">
              <a:defRPr sz="1875" b="0">
                <a:solidFill>
                  <a:srgbClr val="DDE3E8"/>
                </a:solidFill>
                <a:latin typeface="DejaVu Sans"/>
                <a:ea typeface="DejaVu Sans"/>
                <a:cs typeface="DejaVu Sans"/>
              </a:defRPr>
            </a:lvl1pPr>
            <a:lvl2pPr algn="l">
              <a:defRPr sz="1875" b="0">
                <a:solidFill>
                  <a:srgbClr val="DDE3E8"/>
                </a:solidFill>
                <a:latin typeface="DejaVu Sans"/>
                <a:ea typeface="DejaVu Sans"/>
                <a:cs typeface="DejaVu Sans"/>
              </a:defRPr>
            </a:lvl2pPr>
            <a:lvl3pPr algn="l">
              <a:defRPr sz="1875" b="0">
                <a:solidFill>
                  <a:srgbClr val="DDE3E8"/>
                </a:solidFill>
                <a:latin typeface="DejaVu Sans"/>
                <a:ea typeface="DejaVu Sans"/>
                <a:cs typeface="DejaVu Sans"/>
              </a:defRPr>
            </a:lvl3pPr>
            <a:lvl4pPr algn="l">
              <a:defRPr sz="1875" b="0">
                <a:solidFill>
                  <a:srgbClr val="DDE3E8"/>
                </a:solidFill>
                <a:latin typeface="DejaVu Sans"/>
                <a:ea typeface="DejaVu Sans"/>
                <a:cs typeface="DejaVu Sans"/>
              </a:defRPr>
            </a:lvl4pPr>
            <a:lvl5pPr algn="l">
              <a:defRPr sz="1875" b="0">
                <a:solidFill>
                  <a:srgbClr val="DDE3E8"/>
                </a:solidFill>
                <a:latin typeface="DejaVu Sans"/>
                <a:ea typeface="DejaVu Sans"/>
                <a:cs typeface="DejaVu Sans"/>
              </a:defRPr>
            </a:lvl5pPr>
            <a:lvl6pPr algn="l">
              <a:defRPr sz="1875" b="0">
                <a:solidFill>
                  <a:srgbClr val="DDE3E8"/>
                </a:solidFill>
                <a:latin typeface="DejaVu Sans"/>
                <a:ea typeface="DejaVu Sans"/>
                <a:cs typeface="DejaVu Sans"/>
              </a:defRPr>
            </a:lvl6pPr>
            <a:lvl7pPr algn="l">
              <a:defRPr sz="1875" b="0">
                <a:solidFill>
                  <a:srgbClr val="DDE3E8"/>
                </a:solidFill>
                <a:latin typeface="DejaVu Sans"/>
                <a:ea typeface="DejaVu Sans"/>
                <a:cs typeface="DejaVu Sans"/>
              </a:defRPr>
            </a:lvl7pPr>
            <a:lvl8pPr algn="l">
              <a:defRPr sz="1875" b="0">
                <a:solidFill>
                  <a:srgbClr val="DDE3E8"/>
                </a:solidFill>
                <a:latin typeface="DejaVu Sans"/>
                <a:ea typeface="DejaVu Sans"/>
                <a:cs typeface="DejaVu Sans"/>
              </a:defRPr>
            </a:lvl8pPr>
            <a:lvl9pPr algn="l">
              <a:defRPr sz="1875" b="0">
                <a:solidFill>
                  <a:srgbClr val="DDE3E8"/>
                </a:solidFill>
                <a:latin typeface="DejaVu Sans"/>
                <a:ea typeface="DejaVu Sans"/>
                <a:cs typeface="DejaVu Sans"/>
              </a:defRPr>
            </a:lvl9pPr>
          </a:lstStyle>
          <a:p xmlns:a="http://schemas.openxmlformats.org/drawingml/2006/main">
            <a:pPr algn="l">
              <a:lnSpc>
                <a:spcPct val="104000"/>
              </a:lnSpc>
              <a:buNone/>
              <a:defRPr sz="1875" b="0">
                <a:solidFill>
                  <a:srgbClr val="DDE3E8"/>
                </a:solidFill>
                <a:latin typeface="DejaVu Sans"/>
                <a:ea typeface="DejaVu Sans"/>
                <a:cs typeface="DejaVu Sans"/>
              </a:defRPr>
            </a:pPr>
            <a:r>
              <a:rPr sz="1875" b="0">
                <a:solidFill>
                  <a:srgbClr val="DDE3E8"/>
                </a:solidFill>
                <a:latin typeface="DejaVu Sans"/>
                <a:ea typeface="DejaVu Sans"/>
                <a:cs typeface="DejaVu Sans"/>
              </a:rPr>
              <a:t>Pelanggan membeli lagi untuk menambah masa aktif, tanpa auto-debit.</a:t>
            </a:r>
          </a:p>
        </p:txBody>
      </p:sp>
      <p:graphicFrame>
        <p:nvGraphicFramePr>
          <p:cNvPr id="3" name="">
            <a:extLst xmlns:a="http://schemas.openxmlformats.org/drawingml/2006/main">
              <a:ext uri="{FF2B5EF4-FFF2-40B4-BE49-F238E27FC236}">
                <a16:creationId xmlns:a16="http://schemas.microsoft.com/office/drawing/2014/main" id="{31079AE6-D848-4481-BD74-D2941B0B0CEE}"/>
              </a:ext>
            </a:extLst>
          </p:cNvPr>
          <p:cNvGraphicFramePr/>
          <p:nvPr/>
        </p:nvGraphicFramePr>
        <p:xfrm>
          <a:off xmlns:a="http://schemas.openxmlformats.org/drawingml/2006/main" x="609600" y="1762125"/>
          <a:ext xmlns:a="http://schemas.openxmlformats.org/drawingml/2006/main" cx="10972800" cy="3048000"/>
        </p:xfrm>
        <a:graphic xmlns:a="http://schemas.openxmlformats.org/drawingml/2006/main">
          <a:graphicData uri="http://schemas.openxmlformats.org/drawingml/2006/table">
            <a:tbl>
              <a:tblPr firstRow="0" firstCol="0" bandRow="0"/>
              <a:tblGrid>
                <a:gridCol w="4476750"/>
                <a:gridCol w="6496050"/>
              </a:tblGrid>
              <a:tr h="476250">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Bagian kode</a:t>
                      </a:r>
                    </a:p>
                  </a:txBody>
                  <a:tcPr marL="91440" marR="91440" marT="45720" marB="45720" anchor="ctr">
                    <a:lnL w="9525">
                      <a:solidFill>
                        <a:srgbClr val="34414C"/>
                      </a:solidFill>
                      <a:prstDash val="solid"/>
                    </a:lnL>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Pekerjaannya</a:t>
                      </a:r>
                    </a:p>
                  </a:txBody>
                  <a:tcPr marL="91440" marR="91440" marT="45720" marB="45720" anchor="ctr">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periodStart</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Memakai ends_at lama jika masih aktif;</a:t>
                      </a:r>
                    </a:p>
                    <a:p>
                      <a:pPr algn="l">
                        <a:lnSpc>
                          <a:spcPct val="100000"/>
                        </a:lnSpc>
                        <a:buNone/>
                      </a:pPr>
                      <a:r>
                        <a:rPr sz="1950" b="0">
                          <a:solidFill>
                            <a:srgbClr val="DDE3E8"/>
                          </a:solidFill>
                          <a:latin typeface="DejaVu Sans"/>
                          <a:ea typeface="DejaVu Sans"/>
                          <a:cs typeface="DejaVu Sans"/>
                        </a:rPr>
                        <a:t>memakai sekarang jika expired.</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periodEnd</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Menambah 30 hari dari awal periode pembelian</a:t>
                      </a:r>
                    </a:p>
                    <a:p>
                      <a:pPr algn="l">
                        <a:lnSpc>
                          <a:spcPct val="100000"/>
                        </a:lnSpc>
                        <a:buNone/>
                      </a:pPr>
                      <a:r>
                        <a:rPr sz="1950" b="0">
                          <a:solidFill>
                            <a:srgbClr val="DDE3E8"/>
                          </a:solidFill>
                          <a:latin typeface="DejaVu Sans"/>
                          <a:ea typeface="DejaVu Sans"/>
                          <a:cs typeface="DejaVu Sans"/>
                        </a:rPr>
                        <a:t>tersebut.</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cancelPayment()</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Membatalkan invoice pending milik pelanggan.</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bl>
          </a:graphicData>
        </a:graphic>
      </p:graphicFrame>
      <p:sp>
        <p:nvSpPr>
          <p:cNvPr id="4" name="text-28">
            <a:extLst xmlns:a="http://schemas.openxmlformats.org/drawingml/2006/main">
              <a:ext uri="{FF2B5EF4-FFF2-40B4-BE49-F238E27FC236}">
                <a16:creationId xmlns:a16="http://schemas.microsoft.com/office/drawing/2014/main" id="{B0201A1D-C90F-4AAD-92D3-135182B8C2B3}"/>
              </a:ext>
            </a:extLst>
          </p:cNvPr>
          <p:cNvSpPr>
            <a:spLocks xmlns:a="http://schemas.openxmlformats.org/drawingml/2006/main" noGrp="1"/>
          </p:cNvSpPr>
          <p:nvPr/>
        </p:nvSpPr>
        <p:spPr>
          <a:xfrm xmlns:a="http://schemas.openxmlformats.org/drawingml/2006/main">
            <a:off x="609600" y="525780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87E5D0"/>
                </a:solidFill>
                <a:latin typeface="DejaVu Sans"/>
                <a:ea typeface="DejaVu Sans"/>
                <a:cs typeface="DejaVu Sans"/>
              </a:defRPr>
            </a:defPPr>
            <a:lvl1pPr algn="l">
              <a:defRPr sz="1950" b="0">
                <a:solidFill>
                  <a:srgbClr val="87E5D0"/>
                </a:solidFill>
                <a:latin typeface="DejaVu Sans"/>
                <a:ea typeface="DejaVu Sans"/>
                <a:cs typeface="DejaVu Sans"/>
              </a:defRPr>
            </a:lvl1pPr>
            <a:lvl2pPr algn="l">
              <a:defRPr sz="1950" b="0">
                <a:solidFill>
                  <a:srgbClr val="87E5D0"/>
                </a:solidFill>
                <a:latin typeface="DejaVu Sans"/>
                <a:ea typeface="DejaVu Sans"/>
                <a:cs typeface="DejaVu Sans"/>
              </a:defRPr>
            </a:lvl2pPr>
            <a:lvl3pPr algn="l">
              <a:defRPr sz="1950" b="0">
                <a:solidFill>
                  <a:srgbClr val="87E5D0"/>
                </a:solidFill>
                <a:latin typeface="DejaVu Sans"/>
                <a:ea typeface="DejaVu Sans"/>
                <a:cs typeface="DejaVu Sans"/>
              </a:defRPr>
            </a:lvl3pPr>
            <a:lvl4pPr algn="l">
              <a:defRPr sz="1950" b="0">
                <a:solidFill>
                  <a:srgbClr val="87E5D0"/>
                </a:solidFill>
                <a:latin typeface="DejaVu Sans"/>
                <a:ea typeface="DejaVu Sans"/>
                <a:cs typeface="DejaVu Sans"/>
              </a:defRPr>
            </a:lvl4pPr>
            <a:lvl5pPr algn="l">
              <a:defRPr sz="1950" b="0">
                <a:solidFill>
                  <a:srgbClr val="87E5D0"/>
                </a:solidFill>
                <a:latin typeface="DejaVu Sans"/>
                <a:ea typeface="DejaVu Sans"/>
                <a:cs typeface="DejaVu Sans"/>
              </a:defRPr>
            </a:lvl5pPr>
            <a:lvl6pPr algn="l">
              <a:defRPr sz="1950" b="0">
                <a:solidFill>
                  <a:srgbClr val="87E5D0"/>
                </a:solidFill>
                <a:latin typeface="DejaVu Sans"/>
                <a:ea typeface="DejaVu Sans"/>
                <a:cs typeface="DejaVu Sans"/>
              </a:defRPr>
            </a:lvl6pPr>
            <a:lvl7pPr algn="l">
              <a:defRPr sz="1950" b="0">
                <a:solidFill>
                  <a:srgbClr val="87E5D0"/>
                </a:solidFill>
                <a:latin typeface="DejaVu Sans"/>
                <a:ea typeface="DejaVu Sans"/>
                <a:cs typeface="DejaVu Sans"/>
              </a:defRPr>
            </a:lvl7pPr>
            <a:lvl8pPr algn="l">
              <a:defRPr sz="1950" b="0">
                <a:solidFill>
                  <a:srgbClr val="87E5D0"/>
                </a:solidFill>
                <a:latin typeface="DejaVu Sans"/>
                <a:ea typeface="DejaVu Sans"/>
                <a:cs typeface="DejaVu Sans"/>
              </a:defRPr>
            </a:lvl8pPr>
            <a:lvl9pPr algn="l">
              <a:defRPr sz="1950" b="0">
                <a:solidFill>
                  <a:srgbClr val="87E5D0"/>
                </a:solidFill>
                <a:latin typeface="DejaVu Sans"/>
                <a:ea typeface="DejaVu Sans"/>
                <a:cs typeface="DejaVu Sans"/>
              </a:defRPr>
            </a:lvl9pPr>
          </a:lstStyle>
          <a:p xmlns:a="http://schemas.openxmlformats.org/drawingml/2006/main">
            <a:pPr algn="l">
              <a:lnSpc>
                <a:spcPct val="104000"/>
              </a:lnSpc>
              <a:buNone/>
              <a:defRPr sz="1950" b="0">
                <a:solidFill>
                  <a:srgbClr val="87E5D0"/>
                </a:solidFill>
                <a:latin typeface="DejaVu Sans"/>
                <a:ea typeface="DejaVu Sans"/>
                <a:cs typeface="DejaVu Sans"/>
              </a:defRPr>
            </a:pPr>
            <a:r>
              <a:rPr sz="1950" b="0">
                <a:solidFill>
                  <a:srgbClr val="87E5D0"/>
                </a:solidFill>
                <a:latin typeface="DejaVu Sans"/>
                <a:ea typeface="DejaVu Sans"/>
                <a:cs typeface="DejaVu Sans"/>
              </a:rPr>
              <a:t>Sisa Premium tetap tersimpan saat renewal. Invoice paid tidak dapat dibatalkan.</a:t>
            </a:r>
          </a:p>
        </p:txBody>
      </p:sp>
      <p:sp>
        <p:nvSpPr>
          <p:cNvPr id="5" name="text-29">
            <a:extLst xmlns:a="http://schemas.openxmlformats.org/drawingml/2006/main">
              <a:ext uri="{FF2B5EF4-FFF2-40B4-BE49-F238E27FC236}">
                <a16:creationId xmlns:a16="http://schemas.microsoft.com/office/drawing/2014/main" id="{DCA997FB-6A1C-43D7-A0B3-6483A84993F2}"/>
              </a:ext>
            </a:extLst>
          </p:cNvPr>
          <p:cNvSpPr>
            <a:spLocks xmlns:a="http://schemas.openxmlformats.org/drawingml/2006/main" noGrp="1"/>
          </p:cNvSpPr>
          <p:nvPr/>
        </p:nvSpPr>
        <p:spPr>
          <a:xfrm xmlns:a="http://schemas.openxmlformats.org/drawingml/2006/main">
            <a:off x="609600" y="6562725"/>
            <a:ext cx="1005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EADB9"/>
                </a:solidFill>
                <a:latin typeface="DejaVu Sans"/>
                <a:ea typeface="DejaVu Sans"/>
                <a:cs typeface="DejaVu Sans"/>
              </a:defRPr>
            </a:defPPr>
            <a:lvl1pPr algn="l">
              <a:defRPr sz="1125" b="0">
                <a:solidFill>
                  <a:srgbClr val="9EADB9"/>
                </a:solidFill>
                <a:latin typeface="DejaVu Sans"/>
                <a:ea typeface="DejaVu Sans"/>
                <a:cs typeface="DejaVu Sans"/>
              </a:defRPr>
            </a:lvl1pPr>
            <a:lvl2pPr algn="l">
              <a:defRPr sz="1125" b="0">
                <a:solidFill>
                  <a:srgbClr val="9EADB9"/>
                </a:solidFill>
                <a:latin typeface="DejaVu Sans"/>
                <a:ea typeface="DejaVu Sans"/>
                <a:cs typeface="DejaVu Sans"/>
              </a:defRPr>
            </a:lvl2pPr>
            <a:lvl3pPr algn="l">
              <a:defRPr sz="1125" b="0">
                <a:solidFill>
                  <a:srgbClr val="9EADB9"/>
                </a:solidFill>
                <a:latin typeface="DejaVu Sans"/>
                <a:ea typeface="DejaVu Sans"/>
                <a:cs typeface="DejaVu Sans"/>
              </a:defRPr>
            </a:lvl3pPr>
            <a:lvl4pPr algn="l">
              <a:defRPr sz="1125" b="0">
                <a:solidFill>
                  <a:srgbClr val="9EADB9"/>
                </a:solidFill>
                <a:latin typeface="DejaVu Sans"/>
                <a:ea typeface="DejaVu Sans"/>
                <a:cs typeface="DejaVu Sans"/>
              </a:defRPr>
            </a:lvl4pPr>
            <a:lvl5pPr algn="l">
              <a:defRPr sz="1125" b="0">
                <a:solidFill>
                  <a:srgbClr val="9EADB9"/>
                </a:solidFill>
                <a:latin typeface="DejaVu Sans"/>
                <a:ea typeface="DejaVu Sans"/>
                <a:cs typeface="DejaVu Sans"/>
              </a:defRPr>
            </a:lvl5pPr>
            <a:lvl6pPr algn="l">
              <a:defRPr sz="1125" b="0">
                <a:solidFill>
                  <a:srgbClr val="9EADB9"/>
                </a:solidFill>
                <a:latin typeface="DejaVu Sans"/>
                <a:ea typeface="DejaVu Sans"/>
                <a:cs typeface="DejaVu Sans"/>
              </a:defRPr>
            </a:lvl6pPr>
            <a:lvl7pPr algn="l">
              <a:defRPr sz="1125" b="0">
                <a:solidFill>
                  <a:srgbClr val="9EADB9"/>
                </a:solidFill>
                <a:latin typeface="DejaVu Sans"/>
                <a:ea typeface="DejaVu Sans"/>
                <a:cs typeface="DejaVu Sans"/>
              </a:defRPr>
            </a:lvl7pPr>
            <a:lvl8pPr algn="l">
              <a:defRPr sz="1125" b="0">
                <a:solidFill>
                  <a:srgbClr val="9EADB9"/>
                </a:solidFill>
                <a:latin typeface="DejaVu Sans"/>
                <a:ea typeface="DejaVu Sans"/>
                <a:cs typeface="DejaVu Sans"/>
              </a:defRPr>
            </a:lvl8pPr>
            <a:lvl9pPr algn="l">
              <a:defRPr sz="1125" b="0">
                <a:solidFill>
                  <a:srgbClr val="9EADB9"/>
                </a:solidFill>
                <a:latin typeface="DejaVu Sans"/>
                <a:ea typeface="DejaVu Sans"/>
                <a:cs typeface="DejaVu Sans"/>
              </a:defRPr>
            </a:lvl9pPr>
          </a:lstStyle>
          <a:p xmlns:a="http://schemas.openxmlformats.org/drawingml/2006/main">
            <a:pPr algn="l">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Bryan 3/3   Kode: src/services/billing.js</a:t>
            </a:r>
          </a:p>
        </p:txBody>
      </p:sp>
      <p:sp>
        <p:nvSpPr>
          <p:cNvPr id="6" name="text-30">
            <a:extLst xmlns:a="http://schemas.openxmlformats.org/drawingml/2006/main">
              <a:ext uri="{FF2B5EF4-FFF2-40B4-BE49-F238E27FC236}">
                <a16:creationId xmlns:a16="http://schemas.microsoft.com/office/drawing/2014/main" id="{2BAA185D-5718-447B-B984-EB70E257C585}"/>
              </a:ext>
            </a:extLst>
          </p:cNvPr>
          <p:cNvSpPr>
            <a:spLocks xmlns:a="http://schemas.openxmlformats.org/drawingml/2006/main" noGrp="1"/>
          </p:cNvSpPr>
          <p:nvPr/>
        </p:nvSpPr>
        <p:spPr>
          <a:xfrm xmlns:a="http://schemas.openxmlformats.org/drawingml/2006/main">
            <a:off x="10877550" y="6562725"/>
            <a:ext cx="704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9EADB9"/>
                </a:solidFill>
                <a:latin typeface="DejaVu Sans"/>
                <a:ea typeface="DejaVu Sans"/>
                <a:cs typeface="DejaVu Sans"/>
              </a:defRPr>
            </a:defPPr>
            <a:lvl1pPr algn="r">
              <a:defRPr sz="1125" b="0">
                <a:solidFill>
                  <a:srgbClr val="9EADB9"/>
                </a:solidFill>
                <a:latin typeface="DejaVu Sans"/>
                <a:ea typeface="DejaVu Sans"/>
                <a:cs typeface="DejaVu Sans"/>
              </a:defRPr>
            </a:lvl1pPr>
            <a:lvl2pPr algn="r">
              <a:defRPr sz="1125" b="0">
                <a:solidFill>
                  <a:srgbClr val="9EADB9"/>
                </a:solidFill>
                <a:latin typeface="DejaVu Sans"/>
                <a:ea typeface="DejaVu Sans"/>
                <a:cs typeface="DejaVu Sans"/>
              </a:defRPr>
            </a:lvl2pPr>
            <a:lvl3pPr algn="r">
              <a:defRPr sz="1125" b="0">
                <a:solidFill>
                  <a:srgbClr val="9EADB9"/>
                </a:solidFill>
                <a:latin typeface="DejaVu Sans"/>
                <a:ea typeface="DejaVu Sans"/>
                <a:cs typeface="DejaVu Sans"/>
              </a:defRPr>
            </a:lvl3pPr>
            <a:lvl4pPr algn="r">
              <a:defRPr sz="1125" b="0">
                <a:solidFill>
                  <a:srgbClr val="9EADB9"/>
                </a:solidFill>
                <a:latin typeface="DejaVu Sans"/>
                <a:ea typeface="DejaVu Sans"/>
                <a:cs typeface="DejaVu Sans"/>
              </a:defRPr>
            </a:lvl4pPr>
            <a:lvl5pPr algn="r">
              <a:defRPr sz="1125" b="0">
                <a:solidFill>
                  <a:srgbClr val="9EADB9"/>
                </a:solidFill>
                <a:latin typeface="DejaVu Sans"/>
                <a:ea typeface="DejaVu Sans"/>
                <a:cs typeface="DejaVu Sans"/>
              </a:defRPr>
            </a:lvl5pPr>
            <a:lvl6pPr algn="r">
              <a:defRPr sz="1125" b="0">
                <a:solidFill>
                  <a:srgbClr val="9EADB9"/>
                </a:solidFill>
                <a:latin typeface="DejaVu Sans"/>
                <a:ea typeface="DejaVu Sans"/>
                <a:cs typeface="DejaVu Sans"/>
              </a:defRPr>
            </a:lvl6pPr>
            <a:lvl7pPr algn="r">
              <a:defRPr sz="1125" b="0">
                <a:solidFill>
                  <a:srgbClr val="9EADB9"/>
                </a:solidFill>
                <a:latin typeface="DejaVu Sans"/>
                <a:ea typeface="DejaVu Sans"/>
                <a:cs typeface="DejaVu Sans"/>
              </a:defRPr>
            </a:lvl7pPr>
            <a:lvl8pPr algn="r">
              <a:defRPr sz="1125" b="0">
                <a:solidFill>
                  <a:srgbClr val="9EADB9"/>
                </a:solidFill>
                <a:latin typeface="DejaVu Sans"/>
                <a:ea typeface="DejaVu Sans"/>
                <a:cs typeface="DejaVu Sans"/>
              </a:defRPr>
            </a:lvl8pPr>
            <a:lvl9pPr algn="r">
              <a:defRPr sz="1125" b="0">
                <a:solidFill>
                  <a:srgbClr val="9EADB9"/>
                </a:solidFill>
                <a:latin typeface="DejaVu Sans"/>
                <a:ea typeface="DejaVu Sans"/>
                <a:cs typeface="DejaVu Sans"/>
              </a:defRPr>
            </a:lvl9pPr>
          </a:lstStyle>
          <a:p xmlns:a="http://schemas.openxmlformats.org/drawingml/2006/main">
            <a:pPr algn="r">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06/12</a:t>
            </a:r>
          </a:p>
        </p:txBody>
      </p:sp>
    </p:spTree>
    <p:extLst>
      <p:ext uri="{BB962C8B-B14F-4D97-AF65-F5344CB8AC3E}">
        <p14:creationId xmlns:p14="http://schemas.microsoft.com/office/powerpoint/2010/main" val="230954284"/>
      </p:ext>
    </p:extLst>
  </p:cSld>
</p:sld>
</file>

<file path=ppt/slides/slide7.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7" name="text-31">
            <a:extLst xmlns:a="http://schemas.openxmlformats.org/drawingml/2006/main">
              <a:ext uri="{FF2B5EF4-FFF2-40B4-BE49-F238E27FC236}">
                <a16:creationId xmlns:a16="http://schemas.microsoft.com/office/drawing/2014/main" id="{2EBE81C7-C404-43AE-B558-C549F244B437}"/>
              </a:ext>
            </a:extLst>
          </p:cNvPr>
          <p:cNvSpPr>
            <a:spLocks xmlns:a="http://schemas.openxmlformats.org/drawingml/2006/main" noGrp="1"/>
          </p:cNvSpPr>
          <p:nvPr/>
        </p:nvSpPr>
        <p:spPr>
          <a:xfrm xmlns:a="http://schemas.openxmlformats.org/drawingml/2006/main">
            <a:off x="609600" y="4095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5F7FA"/>
                </a:solidFill>
                <a:latin typeface="DejaVu Sans"/>
                <a:ea typeface="DejaVu Sans"/>
                <a:cs typeface="DejaVu Sans"/>
              </a:defRPr>
            </a:defPPr>
            <a:lvl1pPr algn="l">
              <a:defRPr sz="3225" b="1">
                <a:solidFill>
                  <a:srgbClr val="F5F7FA"/>
                </a:solidFill>
                <a:latin typeface="DejaVu Sans"/>
                <a:ea typeface="DejaVu Sans"/>
                <a:cs typeface="DejaVu Sans"/>
              </a:defRPr>
            </a:lvl1pPr>
            <a:lvl2pPr algn="l">
              <a:defRPr sz="3225" b="1">
                <a:solidFill>
                  <a:srgbClr val="F5F7FA"/>
                </a:solidFill>
                <a:latin typeface="DejaVu Sans"/>
                <a:ea typeface="DejaVu Sans"/>
                <a:cs typeface="DejaVu Sans"/>
              </a:defRPr>
            </a:lvl2pPr>
            <a:lvl3pPr algn="l">
              <a:defRPr sz="3225" b="1">
                <a:solidFill>
                  <a:srgbClr val="F5F7FA"/>
                </a:solidFill>
                <a:latin typeface="DejaVu Sans"/>
                <a:ea typeface="DejaVu Sans"/>
                <a:cs typeface="DejaVu Sans"/>
              </a:defRPr>
            </a:lvl3pPr>
            <a:lvl4pPr algn="l">
              <a:defRPr sz="3225" b="1">
                <a:solidFill>
                  <a:srgbClr val="F5F7FA"/>
                </a:solidFill>
                <a:latin typeface="DejaVu Sans"/>
                <a:ea typeface="DejaVu Sans"/>
                <a:cs typeface="DejaVu Sans"/>
              </a:defRPr>
            </a:lvl4pPr>
            <a:lvl5pPr algn="l">
              <a:defRPr sz="3225" b="1">
                <a:solidFill>
                  <a:srgbClr val="F5F7FA"/>
                </a:solidFill>
                <a:latin typeface="DejaVu Sans"/>
                <a:ea typeface="DejaVu Sans"/>
                <a:cs typeface="DejaVu Sans"/>
              </a:defRPr>
            </a:lvl5pPr>
            <a:lvl6pPr algn="l">
              <a:defRPr sz="3225" b="1">
                <a:solidFill>
                  <a:srgbClr val="F5F7FA"/>
                </a:solidFill>
                <a:latin typeface="DejaVu Sans"/>
                <a:ea typeface="DejaVu Sans"/>
                <a:cs typeface="DejaVu Sans"/>
              </a:defRPr>
            </a:lvl6pPr>
            <a:lvl7pPr algn="l">
              <a:defRPr sz="3225" b="1">
                <a:solidFill>
                  <a:srgbClr val="F5F7FA"/>
                </a:solidFill>
                <a:latin typeface="DejaVu Sans"/>
                <a:ea typeface="DejaVu Sans"/>
                <a:cs typeface="DejaVu Sans"/>
              </a:defRPr>
            </a:lvl7pPr>
            <a:lvl8pPr algn="l">
              <a:defRPr sz="3225" b="1">
                <a:solidFill>
                  <a:srgbClr val="F5F7FA"/>
                </a:solidFill>
                <a:latin typeface="DejaVu Sans"/>
                <a:ea typeface="DejaVu Sans"/>
                <a:cs typeface="DejaVu Sans"/>
              </a:defRPr>
            </a:lvl8pPr>
            <a:lvl9pPr algn="l">
              <a:defRPr sz="3225" b="1">
                <a:solidFill>
                  <a:srgbClr val="F5F7FA"/>
                </a:solidFill>
                <a:latin typeface="DejaVu Sans"/>
                <a:ea typeface="DejaVu Sans"/>
                <a:cs typeface="DejaVu Sans"/>
              </a:defRPr>
            </a:lvl9pPr>
          </a:lstStyle>
          <a:p xmlns:a="http://schemas.openxmlformats.org/drawingml/2006/main">
            <a:pPr algn="l">
              <a:lnSpc>
                <a:spcPct val="104000"/>
              </a:lnSpc>
              <a:buNone/>
              <a:defRPr sz="3225" b="1">
                <a:solidFill>
                  <a:srgbClr val="F5F7FA"/>
                </a:solidFill>
                <a:latin typeface="DejaVu Sans"/>
                <a:ea typeface="DejaVu Sans"/>
                <a:cs typeface="DejaVu Sans"/>
              </a:defRPr>
            </a:pPr>
            <a:r>
              <a:rPr sz="3225" b="1">
                <a:solidFill>
                  <a:srgbClr val="F5F7FA"/>
                </a:solidFill>
                <a:latin typeface="DejaVu Sans"/>
                <a:ea typeface="DejaVu Sans"/>
                <a:cs typeface="DejaVu Sans"/>
              </a:rPr>
              <a:t>Premium mengikuti masa aktif</a:t>
            </a:r>
          </a:p>
        </p:txBody>
      </p:sp>
      <p:sp>
        <p:nvSpPr>
          <p:cNvPr id="2" name="text-32">
            <a:extLst xmlns:a="http://schemas.openxmlformats.org/drawingml/2006/main">
              <a:ext uri="{FF2B5EF4-FFF2-40B4-BE49-F238E27FC236}">
                <a16:creationId xmlns:a16="http://schemas.microsoft.com/office/drawing/2014/main" id="{94B681DC-814D-4136-A249-FEB7FEE4B001}"/>
              </a:ext>
            </a:extLst>
          </p:cNvPr>
          <p:cNvSpPr>
            <a:spLocks xmlns:a="http://schemas.openxmlformats.org/drawingml/2006/main" noGrp="1"/>
          </p:cNvSpPr>
          <p:nvPr/>
        </p:nvSpPr>
        <p:spPr>
          <a:xfrm xmlns:a="http://schemas.openxmlformats.org/drawingml/2006/main">
            <a:off x="609600" y="115252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3E8"/>
                </a:solidFill>
                <a:latin typeface="DejaVu Sans"/>
                <a:ea typeface="DejaVu Sans"/>
                <a:cs typeface="DejaVu Sans"/>
              </a:defRPr>
            </a:defPPr>
            <a:lvl1pPr algn="l">
              <a:defRPr sz="1875" b="0">
                <a:solidFill>
                  <a:srgbClr val="DDE3E8"/>
                </a:solidFill>
                <a:latin typeface="DejaVu Sans"/>
                <a:ea typeface="DejaVu Sans"/>
                <a:cs typeface="DejaVu Sans"/>
              </a:defRPr>
            </a:lvl1pPr>
            <a:lvl2pPr algn="l">
              <a:defRPr sz="1875" b="0">
                <a:solidFill>
                  <a:srgbClr val="DDE3E8"/>
                </a:solidFill>
                <a:latin typeface="DejaVu Sans"/>
                <a:ea typeface="DejaVu Sans"/>
                <a:cs typeface="DejaVu Sans"/>
              </a:defRPr>
            </a:lvl2pPr>
            <a:lvl3pPr algn="l">
              <a:defRPr sz="1875" b="0">
                <a:solidFill>
                  <a:srgbClr val="DDE3E8"/>
                </a:solidFill>
                <a:latin typeface="DejaVu Sans"/>
                <a:ea typeface="DejaVu Sans"/>
                <a:cs typeface="DejaVu Sans"/>
              </a:defRPr>
            </a:lvl3pPr>
            <a:lvl4pPr algn="l">
              <a:defRPr sz="1875" b="0">
                <a:solidFill>
                  <a:srgbClr val="DDE3E8"/>
                </a:solidFill>
                <a:latin typeface="DejaVu Sans"/>
                <a:ea typeface="DejaVu Sans"/>
                <a:cs typeface="DejaVu Sans"/>
              </a:defRPr>
            </a:lvl4pPr>
            <a:lvl5pPr algn="l">
              <a:defRPr sz="1875" b="0">
                <a:solidFill>
                  <a:srgbClr val="DDE3E8"/>
                </a:solidFill>
                <a:latin typeface="DejaVu Sans"/>
                <a:ea typeface="DejaVu Sans"/>
                <a:cs typeface="DejaVu Sans"/>
              </a:defRPr>
            </a:lvl5pPr>
            <a:lvl6pPr algn="l">
              <a:defRPr sz="1875" b="0">
                <a:solidFill>
                  <a:srgbClr val="DDE3E8"/>
                </a:solidFill>
                <a:latin typeface="DejaVu Sans"/>
                <a:ea typeface="DejaVu Sans"/>
                <a:cs typeface="DejaVu Sans"/>
              </a:defRPr>
            </a:lvl6pPr>
            <a:lvl7pPr algn="l">
              <a:defRPr sz="1875" b="0">
                <a:solidFill>
                  <a:srgbClr val="DDE3E8"/>
                </a:solidFill>
                <a:latin typeface="DejaVu Sans"/>
                <a:ea typeface="DejaVu Sans"/>
                <a:cs typeface="DejaVu Sans"/>
              </a:defRPr>
            </a:lvl7pPr>
            <a:lvl8pPr algn="l">
              <a:defRPr sz="1875" b="0">
                <a:solidFill>
                  <a:srgbClr val="DDE3E8"/>
                </a:solidFill>
                <a:latin typeface="DejaVu Sans"/>
                <a:ea typeface="DejaVu Sans"/>
                <a:cs typeface="DejaVu Sans"/>
              </a:defRPr>
            </a:lvl8pPr>
            <a:lvl9pPr algn="l">
              <a:defRPr sz="1875" b="0">
                <a:solidFill>
                  <a:srgbClr val="DDE3E8"/>
                </a:solidFill>
                <a:latin typeface="DejaVu Sans"/>
                <a:ea typeface="DejaVu Sans"/>
                <a:cs typeface="DejaVu Sans"/>
              </a:defRPr>
            </a:lvl9pPr>
          </a:lstStyle>
          <a:p xmlns:a="http://schemas.openxmlformats.org/drawingml/2006/main">
            <a:pPr algn="l">
              <a:lnSpc>
                <a:spcPct val="104000"/>
              </a:lnSpc>
              <a:buNone/>
              <a:defRPr sz="1875" b="0">
                <a:solidFill>
                  <a:srgbClr val="DDE3E8"/>
                </a:solidFill>
                <a:latin typeface="DejaVu Sans"/>
                <a:ea typeface="DejaVu Sans"/>
                <a:cs typeface="DejaVu Sans"/>
              </a:defRPr>
            </a:pPr>
            <a:r>
              <a:rPr sz="1875" b="0">
                <a:solidFill>
                  <a:srgbClr val="DDE3E8"/>
                </a:solidFill>
                <a:latin typeface="DejaVu Sans"/>
                <a:ea typeface="DejaVu Sans"/>
                <a:cs typeface="DejaVu Sans"/>
              </a:rPr>
              <a:t>Hak akses diperiksa saat request, menggunakan waktu dari database.</a:t>
            </a:r>
          </a:p>
        </p:txBody>
      </p:sp>
      <p:graphicFrame>
        <p:nvGraphicFramePr>
          <p:cNvPr id="3" name="">
            <a:extLst xmlns:a="http://schemas.openxmlformats.org/drawingml/2006/main">
              <a:ext uri="{FF2B5EF4-FFF2-40B4-BE49-F238E27FC236}">
                <a16:creationId xmlns:a16="http://schemas.microsoft.com/office/drawing/2014/main" id="{B6F90EEC-7FF8-4CF5-A13E-677489D725A3}"/>
              </a:ext>
            </a:extLst>
          </p:cNvPr>
          <p:cNvGraphicFramePr/>
          <p:nvPr/>
        </p:nvGraphicFramePr>
        <p:xfrm>
          <a:off xmlns:a="http://schemas.openxmlformats.org/drawingml/2006/main" x="609600" y="1762125"/>
          <a:ext xmlns:a="http://schemas.openxmlformats.org/drawingml/2006/main" cx="10972800" cy="3048000"/>
        </p:xfrm>
        <a:graphic xmlns:a="http://schemas.openxmlformats.org/drawingml/2006/main">
          <a:graphicData uri="http://schemas.openxmlformats.org/drawingml/2006/table">
            <a:tbl>
              <a:tblPr firstRow="0" firstCol="0" bandRow="0"/>
              <a:tblGrid>
                <a:gridCol w="4476750"/>
                <a:gridCol w="6496050"/>
              </a:tblGrid>
              <a:tr h="476250">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Bagian kode</a:t>
                      </a:r>
                    </a:p>
                  </a:txBody>
                  <a:tcPr marL="91440" marR="91440" marT="45720" marB="45720" anchor="ctr">
                    <a:lnL w="9525">
                      <a:solidFill>
                        <a:srgbClr val="34414C"/>
                      </a:solidFill>
                      <a:prstDash val="solid"/>
                    </a:lnL>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Pekerjaannya</a:t>
                      </a:r>
                    </a:p>
                  </a:txBody>
                  <a:tcPr marL="91440" marR="91440" marT="45720" marB="45720" anchor="ctr">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effectiveSubscription()</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Memastikan subscription aktif dan waktunya</a:t>
                      </a:r>
                    </a:p>
                    <a:p>
                      <a:pPr algn="l">
                        <a:lnSpc>
                          <a:spcPct val="100000"/>
                        </a:lnSpc>
                        <a:buNone/>
                      </a:pPr>
                      <a:r>
                        <a:rPr sz="1950" b="0">
                          <a:solidFill>
                            <a:srgbClr val="DDE3E8"/>
                          </a:solidFill>
                          <a:latin typeface="DejaVu Sans"/>
                          <a:ea typeface="DejaVu Sans"/>
                          <a:cs typeface="DejaVu Sans"/>
                        </a:rPr>
                        <a:t>belum berakhir.</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databaseNow()</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Mengambil waktu UTC database sebagai acuan</a:t>
                      </a:r>
                    </a:p>
                    <a:p>
                      <a:pPr algn="l">
                        <a:lnSpc>
                          <a:spcPct val="100000"/>
                        </a:lnSpc>
                        <a:buNone/>
                      </a:pPr>
                      <a:r>
                        <a:rPr sz="1950" b="0">
                          <a:solidFill>
                            <a:srgbClr val="DDE3E8"/>
                          </a:solidFill>
                          <a:latin typeface="DejaVu Sans"/>
                          <a:ea typeface="DejaVu Sans"/>
                          <a:cs typeface="DejaVu Sans"/>
                        </a:rPr>
                        <a:t>expiry.</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subscriptionMe()</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Mengembalikan paket efektif dan</a:t>
                      </a:r>
                    </a:p>
                    <a:p>
                      <a:pPr algn="l">
                        <a:lnSpc>
                          <a:spcPct val="100000"/>
                        </a:lnSpc>
                        <a:buNone/>
                      </a:pPr>
                      <a:r>
                        <a:rPr sz="1950" b="0">
                          <a:solidFill>
                            <a:srgbClr val="DDE3E8"/>
                          </a:solidFill>
                          <a:latin typeface="DejaVu Sans"/>
                          <a:ea typeface="DejaVu Sans"/>
                          <a:cs typeface="DejaVu Sans"/>
                        </a:rPr>
                        <a:t>menyelaraskan cache api_level.</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bl>
          </a:graphicData>
        </a:graphic>
      </p:graphicFrame>
      <p:sp>
        <p:nvSpPr>
          <p:cNvPr id="4" name="text-33">
            <a:extLst xmlns:a="http://schemas.openxmlformats.org/drawingml/2006/main">
              <a:ext uri="{FF2B5EF4-FFF2-40B4-BE49-F238E27FC236}">
                <a16:creationId xmlns:a16="http://schemas.microsoft.com/office/drawing/2014/main" id="{9DF694E5-71AB-46B3-8E70-78CD52C65681}"/>
              </a:ext>
            </a:extLst>
          </p:cNvPr>
          <p:cNvSpPr>
            <a:spLocks xmlns:a="http://schemas.openxmlformats.org/drawingml/2006/main" noGrp="1"/>
          </p:cNvSpPr>
          <p:nvPr/>
        </p:nvSpPr>
        <p:spPr>
          <a:xfrm xmlns:a="http://schemas.openxmlformats.org/drawingml/2006/main">
            <a:off x="609600" y="525780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87E5D0"/>
                </a:solidFill>
                <a:latin typeface="DejaVu Sans"/>
                <a:ea typeface="DejaVu Sans"/>
                <a:cs typeface="DejaVu Sans"/>
              </a:defRPr>
            </a:defPPr>
            <a:lvl1pPr algn="l">
              <a:defRPr sz="1950" b="0">
                <a:solidFill>
                  <a:srgbClr val="87E5D0"/>
                </a:solidFill>
                <a:latin typeface="DejaVu Sans"/>
                <a:ea typeface="DejaVu Sans"/>
                <a:cs typeface="DejaVu Sans"/>
              </a:defRPr>
            </a:lvl1pPr>
            <a:lvl2pPr algn="l">
              <a:defRPr sz="1950" b="0">
                <a:solidFill>
                  <a:srgbClr val="87E5D0"/>
                </a:solidFill>
                <a:latin typeface="DejaVu Sans"/>
                <a:ea typeface="DejaVu Sans"/>
                <a:cs typeface="DejaVu Sans"/>
              </a:defRPr>
            </a:lvl2pPr>
            <a:lvl3pPr algn="l">
              <a:defRPr sz="1950" b="0">
                <a:solidFill>
                  <a:srgbClr val="87E5D0"/>
                </a:solidFill>
                <a:latin typeface="DejaVu Sans"/>
                <a:ea typeface="DejaVu Sans"/>
                <a:cs typeface="DejaVu Sans"/>
              </a:defRPr>
            </a:lvl3pPr>
            <a:lvl4pPr algn="l">
              <a:defRPr sz="1950" b="0">
                <a:solidFill>
                  <a:srgbClr val="87E5D0"/>
                </a:solidFill>
                <a:latin typeface="DejaVu Sans"/>
                <a:ea typeface="DejaVu Sans"/>
                <a:cs typeface="DejaVu Sans"/>
              </a:defRPr>
            </a:lvl4pPr>
            <a:lvl5pPr algn="l">
              <a:defRPr sz="1950" b="0">
                <a:solidFill>
                  <a:srgbClr val="87E5D0"/>
                </a:solidFill>
                <a:latin typeface="DejaVu Sans"/>
                <a:ea typeface="DejaVu Sans"/>
                <a:cs typeface="DejaVu Sans"/>
              </a:defRPr>
            </a:lvl5pPr>
            <a:lvl6pPr algn="l">
              <a:defRPr sz="1950" b="0">
                <a:solidFill>
                  <a:srgbClr val="87E5D0"/>
                </a:solidFill>
                <a:latin typeface="DejaVu Sans"/>
                <a:ea typeface="DejaVu Sans"/>
                <a:cs typeface="DejaVu Sans"/>
              </a:defRPr>
            </a:lvl6pPr>
            <a:lvl7pPr algn="l">
              <a:defRPr sz="1950" b="0">
                <a:solidFill>
                  <a:srgbClr val="87E5D0"/>
                </a:solidFill>
                <a:latin typeface="DejaVu Sans"/>
                <a:ea typeface="DejaVu Sans"/>
                <a:cs typeface="DejaVu Sans"/>
              </a:defRPr>
            </a:lvl7pPr>
            <a:lvl8pPr algn="l">
              <a:defRPr sz="1950" b="0">
                <a:solidFill>
                  <a:srgbClr val="87E5D0"/>
                </a:solidFill>
                <a:latin typeface="DejaVu Sans"/>
                <a:ea typeface="DejaVu Sans"/>
                <a:cs typeface="DejaVu Sans"/>
              </a:defRPr>
            </a:lvl8pPr>
            <a:lvl9pPr algn="l">
              <a:defRPr sz="1950" b="0">
                <a:solidFill>
                  <a:srgbClr val="87E5D0"/>
                </a:solidFill>
                <a:latin typeface="DejaVu Sans"/>
                <a:ea typeface="DejaVu Sans"/>
                <a:cs typeface="DejaVu Sans"/>
              </a:defRPr>
            </a:lvl9pPr>
          </a:lstStyle>
          <a:p xmlns:a="http://schemas.openxmlformats.org/drawingml/2006/main">
            <a:pPr algn="l">
              <a:lnSpc>
                <a:spcPct val="104000"/>
              </a:lnSpc>
              <a:buNone/>
              <a:defRPr sz="1950" b="0">
                <a:solidFill>
                  <a:srgbClr val="87E5D0"/>
                </a:solidFill>
                <a:latin typeface="DejaVu Sans"/>
                <a:ea typeface="DejaVu Sans"/>
                <a:cs typeface="DejaVu Sans"/>
              </a:defRPr>
            </a:pPr>
            <a:r>
              <a:rPr sz="1950" b="0">
                <a:solidFill>
                  <a:srgbClr val="87E5D0"/>
                </a:solidFill>
                <a:latin typeface="DejaVu Sans"/>
                <a:ea typeface="DejaVu Sans"/>
                <a:cs typeface="DejaVu Sans"/>
              </a:rPr>
              <a:t>Masa aktif habis: Basic berlaku otomatis dan analitik kembali ditolak 403.</a:t>
            </a:r>
          </a:p>
        </p:txBody>
      </p:sp>
      <p:sp>
        <p:nvSpPr>
          <p:cNvPr id="5" name="text-34">
            <a:extLst xmlns:a="http://schemas.openxmlformats.org/drawingml/2006/main">
              <a:ext uri="{FF2B5EF4-FFF2-40B4-BE49-F238E27FC236}">
                <a16:creationId xmlns:a16="http://schemas.microsoft.com/office/drawing/2014/main" id="{0DBAB759-F341-46C8-B2CF-A7A4664EAB3D}"/>
              </a:ext>
            </a:extLst>
          </p:cNvPr>
          <p:cNvSpPr>
            <a:spLocks xmlns:a="http://schemas.openxmlformats.org/drawingml/2006/main" noGrp="1"/>
          </p:cNvSpPr>
          <p:nvPr/>
        </p:nvSpPr>
        <p:spPr>
          <a:xfrm xmlns:a="http://schemas.openxmlformats.org/drawingml/2006/main">
            <a:off x="609600" y="6562725"/>
            <a:ext cx="1005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EADB9"/>
                </a:solidFill>
                <a:latin typeface="DejaVu Sans"/>
                <a:ea typeface="DejaVu Sans"/>
                <a:cs typeface="DejaVu Sans"/>
              </a:defRPr>
            </a:defPPr>
            <a:lvl1pPr algn="l">
              <a:defRPr sz="1125" b="0">
                <a:solidFill>
                  <a:srgbClr val="9EADB9"/>
                </a:solidFill>
                <a:latin typeface="DejaVu Sans"/>
                <a:ea typeface="DejaVu Sans"/>
                <a:cs typeface="DejaVu Sans"/>
              </a:defRPr>
            </a:lvl1pPr>
            <a:lvl2pPr algn="l">
              <a:defRPr sz="1125" b="0">
                <a:solidFill>
                  <a:srgbClr val="9EADB9"/>
                </a:solidFill>
                <a:latin typeface="DejaVu Sans"/>
                <a:ea typeface="DejaVu Sans"/>
                <a:cs typeface="DejaVu Sans"/>
              </a:defRPr>
            </a:lvl2pPr>
            <a:lvl3pPr algn="l">
              <a:defRPr sz="1125" b="0">
                <a:solidFill>
                  <a:srgbClr val="9EADB9"/>
                </a:solidFill>
                <a:latin typeface="DejaVu Sans"/>
                <a:ea typeface="DejaVu Sans"/>
                <a:cs typeface="DejaVu Sans"/>
              </a:defRPr>
            </a:lvl3pPr>
            <a:lvl4pPr algn="l">
              <a:defRPr sz="1125" b="0">
                <a:solidFill>
                  <a:srgbClr val="9EADB9"/>
                </a:solidFill>
                <a:latin typeface="DejaVu Sans"/>
                <a:ea typeface="DejaVu Sans"/>
                <a:cs typeface="DejaVu Sans"/>
              </a:defRPr>
            </a:lvl4pPr>
            <a:lvl5pPr algn="l">
              <a:defRPr sz="1125" b="0">
                <a:solidFill>
                  <a:srgbClr val="9EADB9"/>
                </a:solidFill>
                <a:latin typeface="DejaVu Sans"/>
                <a:ea typeface="DejaVu Sans"/>
                <a:cs typeface="DejaVu Sans"/>
              </a:defRPr>
            </a:lvl5pPr>
            <a:lvl6pPr algn="l">
              <a:defRPr sz="1125" b="0">
                <a:solidFill>
                  <a:srgbClr val="9EADB9"/>
                </a:solidFill>
                <a:latin typeface="DejaVu Sans"/>
                <a:ea typeface="DejaVu Sans"/>
                <a:cs typeface="DejaVu Sans"/>
              </a:defRPr>
            </a:lvl6pPr>
            <a:lvl7pPr algn="l">
              <a:defRPr sz="1125" b="0">
                <a:solidFill>
                  <a:srgbClr val="9EADB9"/>
                </a:solidFill>
                <a:latin typeface="DejaVu Sans"/>
                <a:ea typeface="DejaVu Sans"/>
                <a:cs typeface="DejaVu Sans"/>
              </a:defRPr>
            </a:lvl7pPr>
            <a:lvl8pPr algn="l">
              <a:defRPr sz="1125" b="0">
                <a:solidFill>
                  <a:srgbClr val="9EADB9"/>
                </a:solidFill>
                <a:latin typeface="DejaVu Sans"/>
                <a:ea typeface="DejaVu Sans"/>
                <a:cs typeface="DejaVu Sans"/>
              </a:defRPr>
            </a:lvl8pPr>
            <a:lvl9pPr algn="l">
              <a:defRPr sz="1125" b="0">
                <a:solidFill>
                  <a:srgbClr val="9EADB9"/>
                </a:solidFill>
                <a:latin typeface="DejaVu Sans"/>
                <a:ea typeface="DejaVu Sans"/>
                <a:cs typeface="DejaVu Sans"/>
              </a:defRPr>
            </a:lvl9pPr>
          </a:lstStyle>
          <a:p xmlns:a="http://schemas.openxmlformats.org/drawingml/2006/main">
            <a:pPr algn="l">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Dana 1/3   Kode: src/services/billing.js, src/services/clock.js</a:t>
            </a:r>
          </a:p>
        </p:txBody>
      </p:sp>
      <p:sp>
        <p:nvSpPr>
          <p:cNvPr id="6" name="text-35">
            <a:extLst xmlns:a="http://schemas.openxmlformats.org/drawingml/2006/main">
              <a:ext uri="{FF2B5EF4-FFF2-40B4-BE49-F238E27FC236}">
                <a16:creationId xmlns:a16="http://schemas.microsoft.com/office/drawing/2014/main" id="{611D23A1-4164-4B96-878E-9BF6A59C0CF2}"/>
              </a:ext>
            </a:extLst>
          </p:cNvPr>
          <p:cNvSpPr>
            <a:spLocks xmlns:a="http://schemas.openxmlformats.org/drawingml/2006/main" noGrp="1"/>
          </p:cNvSpPr>
          <p:nvPr/>
        </p:nvSpPr>
        <p:spPr>
          <a:xfrm xmlns:a="http://schemas.openxmlformats.org/drawingml/2006/main">
            <a:off x="10877550" y="6562725"/>
            <a:ext cx="704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9EADB9"/>
                </a:solidFill>
                <a:latin typeface="DejaVu Sans"/>
                <a:ea typeface="DejaVu Sans"/>
                <a:cs typeface="DejaVu Sans"/>
              </a:defRPr>
            </a:defPPr>
            <a:lvl1pPr algn="r">
              <a:defRPr sz="1125" b="0">
                <a:solidFill>
                  <a:srgbClr val="9EADB9"/>
                </a:solidFill>
                <a:latin typeface="DejaVu Sans"/>
                <a:ea typeface="DejaVu Sans"/>
                <a:cs typeface="DejaVu Sans"/>
              </a:defRPr>
            </a:lvl1pPr>
            <a:lvl2pPr algn="r">
              <a:defRPr sz="1125" b="0">
                <a:solidFill>
                  <a:srgbClr val="9EADB9"/>
                </a:solidFill>
                <a:latin typeface="DejaVu Sans"/>
                <a:ea typeface="DejaVu Sans"/>
                <a:cs typeface="DejaVu Sans"/>
              </a:defRPr>
            </a:lvl2pPr>
            <a:lvl3pPr algn="r">
              <a:defRPr sz="1125" b="0">
                <a:solidFill>
                  <a:srgbClr val="9EADB9"/>
                </a:solidFill>
                <a:latin typeface="DejaVu Sans"/>
                <a:ea typeface="DejaVu Sans"/>
                <a:cs typeface="DejaVu Sans"/>
              </a:defRPr>
            </a:lvl3pPr>
            <a:lvl4pPr algn="r">
              <a:defRPr sz="1125" b="0">
                <a:solidFill>
                  <a:srgbClr val="9EADB9"/>
                </a:solidFill>
                <a:latin typeface="DejaVu Sans"/>
                <a:ea typeface="DejaVu Sans"/>
                <a:cs typeface="DejaVu Sans"/>
              </a:defRPr>
            </a:lvl4pPr>
            <a:lvl5pPr algn="r">
              <a:defRPr sz="1125" b="0">
                <a:solidFill>
                  <a:srgbClr val="9EADB9"/>
                </a:solidFill>
                <a:latin typeface="DejaVu Sans"/>
                <a:ea typeface="DejaVu Sans"/>
                <a:cs typeface="DejaVu Sans"/>
              </a:defRPr>
            </a:lvl5pPr>
            <a:lvl6pPr algn="r">
              <a:defRPr sz="1125" b="0">
                <a:solidFill>
                  <a:srgbClr val="9EADB9"/>
                </a:solidFill>
                <a:latin typeface="DejaVu Sans"/>
                <a:ea typeface="DejaVu Sans"/>
                <a:cs typeface="DejaVu Sans"/>
              </a:defRPr>
            </a:lvl6pPr>
            <a:lvl7pPr algn="r">
              <a:defRPr sz="1125" b="0">
                <a:solidFill>
                  <a:srgbClr val="9EADB9"/>
                </a:solidFill>
                <a:latin typeface="DejaVu Sans"/>
                <a:ea typeface="DejaVu Sans"/>
                <a:cs typeface="DejaVu Sans"/>
              </a:defRPr>
            </a:lvl7pPr>
            <a:lvl8pPr algn="r">
              <a:defRPr sz="1125" b="0">
                <a:solidFill>
                  <a:srgbClr val="9EADB9"/>
                </a:solidFill>
                <a:latin typeface="DejaVu Sans"/>
                <a:ea typeface="DejaVu Sans"/>
                <a:cs typeface="DejaVu Sans"/>
              </a:defRPr>
            </a:lvl8pPr>
            <a:lvl9pPr algn="r">
              <a:defRPr sz="1125" b="0">
                <a:solidFill>
                  <a:srgbClr val="9EADB9"/>
                </a:solidFill>
                <a:latin typeface="DejaVu Sans"/>
                <a:ea typeface="DejaVu Sans"/>
                <a:cs typeface="DejaVu Sans"/>
              </a:defRPr>
            </a:lvl9pPr>
          </a:lstStyle>
          <a:p xmlns:a="http://schemas.openxmlformats.org/drawingml/2006/main">
            <a:pPr algn="r">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07/12</a:t>
            </a:r>
          </a:p>
        </p:txBody>
      </p:sp>
    </p:spTree>
    <p:extLst>
      <p:ext uri="{BB962C8B-B14F-4D97-AF65-F5344CB8AC3E}">
        <p14:creationId xmlns:p14="http://schemas.microsoft.com/office/powerpoint/2010/main" val="1279919903"/>
      </p:ext>
    </p:extLst>
  </p:cSld>
</p:sld>
</file>

<file path=ppt/slides/slide8.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7" name="text-36">
            <a:extLst xmlns:a="http://schemas.openxmlformats.org/drawingml/2006/main">
              <a:ext uri="{FF2B5EF4-FFF2-40B4-BE49-F238E27FC236}">
                <a16:creationId xmlns:a16="http://schemas.microsoft.com/office/drawing/2014/main" id="{08C18373-04AA-404F-9C78-2ACB8868E583}"/>
              </a:ext>
            </a:extLst>
          </p:cNvPr>
          <p:cNvSpPr>
            <a:spLocks xmlns:a="http://schemas.openxmlformats.org/drawingml/2006/main" noGrp="1"/>
          </p:cNvSpPr>
          <p:nvPr/>
        </p:nvSpPr>
        <p:spPr>
          <a:xfrm xmlns:a="http://schemas.openxmlformats.org/drawingml/2006/main">
            <a:off x="609600" y="4095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5F7FA"/>
                </a:solidFill>
                <a:latin typeface="DejaVu Sans"/>
                <a:ea typeface="DejaVu Sans"/>
                <a:cs typeface="DejaVu Sans"/>
              </a:defRPr>
            </a:defPPr>
            <a:lvl1pPr algn="l">
              <a:defRPr sz="3225" b="1">
                <a:solidFill>
                  <a:srgbClr val="F5F7FA"/>
                </a:solidFill>
                <a:latin typeface="DejaVu Sans"/>
                <a:ea typeface="DejaVu Sans"/>
                <a:cs typeface="DejaVu Sans"/>
              </a:defRPr>
            </a:lvl1pPr>
            <a:lvl2pPr algn="l">
              <a:defRPr sz="3225" b="1">
                <a:solidFill>
                  <a:srgbClr val="F5F7FA"/>
                </a:solidFill>
                <a:latin typeface="DejaVu Sans"/>
                <a:ea typeface="DejaVu Sans"/>
                <a:cs typeface="DejaVu Sans"/>
              </a:defRPr>
            </a:lvl2pPr>
            <a:lvl3pPr algn="l">
              <a:defRPr sz="3225" b="1">
                <a:solidFill>
                  <a:srgbClr val="F5F7FA"/>
                </a:solidFill>
                <a:latin typeface="DejaVu Sans"/>
                <a:ea typeface="DejaVu Sans"/>
                <a:cs typeface="DejaVu Sans"/>
              </a:defRPr>
            </a:lvl3pPr>
            <a:lvl4pPr algn="l">
              <a:defRPr sz="3225" b="1">
                <a:solidFill>
                  <a:srgbClr val="F5F7FA"/>
                </a:solidFill>
                <a:latin typeface="DejaVu Sans"/>
                <a:ea typeface="DejaVu Sans"/>
                <a:cs typeface="DejaVu Sans"/>
              </a:defRPr>
            </a:lvl4pPr>
            <a:lvl5pPr algn="l">
              <a:defRPr sz="3225" b="1">
                <a:solidFill>
                  <a:srgbClr val="F5F7FA"/>
                </a:solidFill>
                <a:latin typeface="DejaVu Sans"/>
                <a:ea typeface="DejaVu Sans"/>
                <a:cs typeface="DejaVu Sans"/>
              </a:defRPr>
            </a:lvl5pPr>
            <a:lvl6pPr algn="l">
              <a:defRPr sz="3225" b="1">
                <a:solidFill>
                  <a:srgbClr val="F5F7FA"/>
                </a:solidFill>
                <a:latin typeface="DejaVu Sans"/>
                <a:ea typeface="DejaVu Sans"/>
                <a:cs typeface="DejaVu Sans"/>
              </a:defRPr>
            </a:lvl6pPr>
            <a:lvl7pPr algn="l">
              <a:defRPr sz="3225" b="1">
                <a:solidFill>
                  <a:srgbClr val="F5F7FA"/>
                </a:solidFill>
                <a:latin typeface="DejaVu Sans"/>
                <a:ea typeface="DejaVu Sans"/>
                <a:cs typeface="DejaVu Sans"/>
              </a:defRPr>
            </a:lvl7pPr>
            <a:lvl8pPr algn="l">
              <a:defRPr sz="3225" b="1">
                <a:solidFill>
                  <a:srgbClr val="F5F7FA"/>
                </a:solidFill>
                <a:latin typeface="DejaVu Sans"/>
                <a:ea typeface="DejaVu Sans"/>
                <a:cs typeface="DejaVu Sans"/>
              </a:defRPr>
            </a:lvl8pPr>
            <a:lvl9pPr algn="l">
              <a:defRPr sz="3225" b="1">
                <a:solidFill>
                  <a:srgbClr val="F5F7FA"/>
                </a:solidFill>
                <a:latin typeface="DejaVu Sans"/>
                <a:ea typeface="DejaVu Sans"/>
                <a:cs typeface="DejaVu Sans"/>
              </a:defRPr>
            </a:lvl9pPr>
          </a:lstStyle>
          <a:p xmlns:a="http://schemas.openxmlformats.org/drawingml/2006/main">
            <a:pPr algn="l">
              <a:lnSpc>
                <a:spcPct val="104000"/>
              </a:lnSpc>
              <a:buNone/>
              <a:defRPr sz="3225" b="1">
                <a:solidFill>
                  <a:srgbClr val="F5F7FA"/>
                </a:solidFill>
                <a:latin typeface="DejaVu Sans"/>
                <a:ea typeface="DejaVu Sans"/>
                <a:cs typeface="DejaVu Sans"/>
              </a:defRPr>
            </a:pPr>
            <a:r>
              <a:rPr sz="3225" b="1">
                <a:solidFill>
                  <a:srgbClr val="F5F7FA"/>
                </a:solidFill>
                <a:latin typeface="DejaVu Sans"/>
                <a:ea typeface="DejaVu Sans"/>
                <a:cs typeface="DejaVu Sans"/>
              </a:rPr>
              <a:t>Key, fitur, dan kuota API</a:t>
            </a:r>
          </a:p>
        </p:txBody>
      </p:sp>
      <p:sp>
        <p:nvSpPr>
          <p:cNvPr id="2" name="text-37">
            <a:extLst xmlns:a="http://schemas.openxmlformats.org/drawingml/2006/main">
              <a:ext uri="{FF2B5EF4-FFF2-40B4-BE49-F238E27FC236}">
                <a16:creationId xmlns:a16="http://schemas.microsoft.com/office/drawing/2014/main" id="{BF46287B-CEEF-410E-85E1-E7F9B2B75410}"/>
              </a:ext>
            </a:extLst>
          </p:cNvPr>
          <p:cNvSpPr>
            <a:spLocks xmlns:a="http://schemas.openxmlformats.org/drawingml/2006/main" noGrp="1"/>
          </p:cNvSpPr>
          <p:nvPr/>
        </p:nvSpPr>
        <p:spPr>
          <a:xfrm xmlns:a="http://schemas.openxmlformats.org/drawingml/2006/main">
            <a:off x="609600" y="115252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3E8"/>
                </a:solidFill>
                <a:latin typeface="DejaVu Sans"/>
                <a:ea typeface="DejaVu Sans"/>
                <a:cs typeface="DejaVu Sans"/>
              </a:defRPr>
            </a:defPPr>
            <a:lvl1pPr algn="l">
              <a:defRPr sz="1875" b="0">
                <a:solidFill>
                  <a:srgbClr val="DDE3E8"/>
                </a:solidFill>
                <a:latin typeface="DejaVu Sans"/>
                <a:ea typeface="DejaVu Sans"/>
                <a:cs typeface="DejaVu Sans"/>
              </a:defRPr>
            </a:lvl1pPr>
            <a:lvl2pPr algn="l">
              <a:defRPr sz="1875" b="0">
                <a:solidFill>
                  <a:srgbClr val="DDE3E8"/>
                </a:solidFill>
                <a:latin typeface="DejaVu Sans"/>
                <a:ea typeface="DejaVu Sans"/>
                <a:cs typeface="DejaVu Sans"/>
              </a:defRPr>
            </a:lvl2pPr>
            <a:lvl3pPr algn="l">
              <a:defRPr sz="1875" b="0">
                <a:solidFill>
                  <a:srgbClr val="DDE3E8"/>
                </a:solidFill>
                <a:latin typeface="DejaVu Sans"/>
                <a:ea typeface="DejaVu Sans"/>
                <a:cs typeface="DejaVu Sans"/>
              </a:defRPr>
            </a:lvl3pPr>
            <a:lvl4pPr algn="l">
              <a:defRPr sz="1875" b="0">
                <a:solidFill>
                  <a:srgbClr val="DDE3E8"/>
                </a:solidFill>
                <a:latin typeface="DejaVu Sans"/>
                <a:ea typeface="DejaVu Sans"/>
                <a:cs typeface="DejaVu Sans"/>
              </a:defRPr>
            </a:lvl4pPr>
            <a:lvl5pPr algn="l">
              <a:defRPr sz="1875" b="0">
                <a:solidFill>
                  <a:srgbClr val="DDE3E8"/>
                </a:solidFill>
                <a:latin typeface="DejaVu Sans"/>
                <a:ea typeface="DejaVu Sans"/>
                <a:cs typeface="DejaVu Sans"/>
              </a:defRPr>
            </a:lvl5pPr>
            <a:lvl6pPr algn="l">
              <a:defRPr sz="1875" b="0">
                <a:solidFill>
                  <a:srgbClr val="DDE3E8"/>
                </a:solidFill>
                <a:latin typeface="DejaVu Sans"/>
                <a:ea typeface="DejaVu Sans"/>
                <a:cs typeface="DejaVu Sans"/>
              </a:defRPr>
            </a:lvl6pPr>
            <a:lvl7pPr algn="l">
              <a:defRPr sz="1875" b="0">
                <a:solidFill>
                  <a:srgbClr val="DDE3E8"/>
                </a:solidFill>
                <a:latin typeface="DejaVu Sans"/>
                <a:ea typeface="DejaVu Sans"/>
                <a:cs typeface="DejaVu Sans"/>
              </a:defRPr>
            </a:lvl7pPr>
            <a:lvl8pPr algn="l">
              <a:defRPr sz="1875" b="0">
                <a:solidFill>
                  <a:srgbClr val="DDE3E8"/>
                </a:solidFill>
                <a:latin typeface="DejaVu Sans"/>
                <a:ea typeface="DejaVu Sans"/>
                <a:cs typeface="DejaVu Sans"/>
              </a:defRPr>
            </a:lvl8pPr>
            <a:lvl9pPr algn="l">
              <a:defRPr sz="1875" b="0">
                <a:solidFill>
                  <a:srgbClr val="DDE3E8"/>
                </a:solidFill>
                <a:latin typeface="DejaVu Sans"/>
                <a:ea typeface="DejaVu Sans"/>
                <a:cs typeface="DejaVu Sans"/>
              </a:defRPr>
            </a:lvl9pPr>
          </a:lstStyle>
          <a:p xmlns:a="http://schemas.openxmlformats.org/drawingml/2006/main">
            <a:pPr algn="l">
              <a:lnSpc>
                <a:spcPct val="104000"/>
              </a:lnSpc>
              <a:buNone/>
              <a:defRPr sz="1875" b="0">
                <a:solidFill>
                  <a:srgbClr val="DDE3E8"/>
                </a:solidFill>
                <a:latin typeface="DejaVu Sans"/>
                <a:ea typeface="DejaVu Sans"/>
                <a:cs typeface="DejaVu Sans"/>
              </a:defRPr>
            </a:pPr>
            <a:r>
              <a:rPr sz="1875" b="0">
                <a:solidFill>
                  <a:srgbClr val="DDE3E8"/>
                </a:solidFill>
                <a:latin typeface="DejaVu Sans"/>
                <a:ea typeface="DejaVu Sans"/>
                <a:cs typeface="DejaVu Sans"/>
              </a:rPr>
              <a:t>Request partner melewati pemeriksaan sebelum controller membaca buku.</a:t>
            </a:r>
          </a:p>
        </p:txBody>
      </p:sp>
      <p:graphicFrame>
        <p:nvGraphicFramePr>
          <p:cNvPr id="3" name="">
            <a:extLst xmlns:a="http://schemas.openxmlformats.org/drawingml/2006/main">
              <a:ext uri="{FF2B5EF4-FFF2-40B4-BE49-F238E27FC236}">
                <a16:creationId xmlns:a16="http://schemas.microsoft.com/office/drawing/2014/main" id="{3DB08B30-0D46-4E41-97CA-97B98723F515}"/>
              </a:ext>
            </a:extLst>
          </p:cNvPr>
          <p:cNvGraphicFramePr/>
          <p:nvPr/>
        </p:nvGraphicFramePr>
        <p:xfrm>
          <a:off xmlns:a="http://schemas.openxmlformats.org/drawingml/2006/main" x="609600" y="1762125"/>
          <a:ext xmlns:a="http://schemas.openxmlformats.org/drawingml/2006/main" cx="10972800" cy="3905250"/>
        </p:xfrm>
        <a:graphic xmlns:a="http://schemas.openxmlformats.org/drawingml/2006/main">
          <a:graphicData uri="http://schemas.openxmlformats.org/drawingml/2006/table">
            <a:tbl>
              <a:tblPr firstRow="0" firstCol="0" bandRow="0"/>
              <a:tblGrid>
                <a:gridCol w="4476750"/>
                <a:gridCol w="6496050"/>
              </a:tblGrid>
              <a:tr h="476250">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Bagian kode</a:t>
                      </a:r>
                    </a:p>
                  </a:txBody>
                  <a:tcPr marL="91440" marR="91440" marT="45720" marB="45720" anchor="ctr">
                    <a:lnL w="9525">
                      <a:solidFill>
                        <a:srgbClr val="34414C"/>
                      </a:solidFill>
                      <a:prstDash val="solid"/>
                    </a:lnL>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Pekerjaannya</a:t>
                      </a:r>
                    </a:p>
                  </a:txBody>
                  <a:tcPr marL="91440" marR="91440" marT="45720" marB="45720" anchor="ctr">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verifyApiKey</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Mengenali pemilik key dan paket efektifnya.</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checkApiLevel</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Menolak fitur yang tidak termasuk paket</a:t>
                      </a:r>
                    </a:p>
                    <a:p>
                      <a:pPr algn="l">
                        <a:lnSpc>
                          <a:spcPct val="100000"/>
                        </a:lnSpc>
                        <a:buNone/>
                      </a:pPr>
                      <a:r>
                        <a:rPr sz="1950" b="0">
                          <a:solidFill>
                            <a:srgbClr val="DDE3E8"/>
                          </a:solidFill>
                          <a:latin typeface="DejaVu Sans"/>
                          <a:ea typeface="DejaVu Sans"/>
                          <a:cs typeface="DejaVu Sans"/>
                        </a:rPr>
                        <a:t>pelanggan.</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reserveUsage()</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Memeriksa ulang key, expiry dan kuota dalam</a:t>
                      </a:r>
                    </a:p>
                    <a:p>
                      <a:pPr algn="l">
                        <a:lnSpc>
                          <a:spcPct val="100000"/>
                        </a:lnSpc>
                        <a:buNone/>
                      </a:pPr>
                      <a:r>
                        <a:rPr sz="1950" b="0">
                          <a:solidFill>
                            <a:srgbClr val="DDE3E8"/>
                          </a:solidFill>
                          <a:latin typeface="DejaVu Sans"/>
                          <a:ea typeface="DejaVu Sans"/>
                          <a:cs typeface="DejaVu Sans"/>
                        </a:rPr>
                        <a:t>transaksi.</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limitApiUsage</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Menolak request saat kuota habis dan mengirim</a:t>
                      </a:r>
                    </a:p>
                    <a:p>
                      <a:pPr algn="l">
                        <a:lnSpc>
                          <a:spcPct val="100000"/>
                        </a:lnSpc>
                        <a:buNone/>
                      </a:pPr>
                      <a:r>
                        <a:rPr sz="1950" b="0">
                          <a:solidFill>
                            <a:srgbClr val="DDE3E8"/>
                          </a:solidFill>
                          <a:latin typeface="DejaVu Sans"/>
                          <a:ea typeface="DejaVu Sans"/>
                          <a:cs typeface="DejaVu Sans"/>
                        </a:rPr>
                        <a:t>sisa kuota.</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bl>
          </a:graphicData>
        </a:graphic>
      </p:graphicFrame>
      <p:sp>
        <p:nvSpPr>
          <p:cNvPr id="4" name="text-38">
            <a:extLst xmlns:a="http://schemas.openxmlformats.org/drawingml/2006/main">
              <a:ext uri="{FF2B5EF4-FFF2-40B4-BE49-F238E27FC236}">
                <a16:creationId xmlns:a16="http://schemas.microsoft.com/office/drawing/2014/main" id="{6D0C6C68-DA26-48C0-874E-9FD9614FB1BF}"/>
              </a:ext>
            </a:extLst>
          </p:cNvPr>
          <p:cNvSpPr>
            <a:spLocks xmlns:a="http://schemas.openxmlformats.org/drawingml/2006/main" noGrp="1"/>
          </p:cNvSpPr>
          <p:nvPr/>
        </p:nvSpPr>
        <p:spPr>
          <a:xfrm xmlns:a="http://schemas.openxmlformats.org/drawingml/2006/main">
            <a:off x="609600" y="592455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87E5D0"/>
                </a:solidFill>
                <a:latin typeface="DejaVu Sans"/>
                <a:ea typeface="DejaVu Sans"/>
                <a:cs typeface="DejaVu Sans"/>
              </a:defRPr>
            </a:defPPr>
            <a:lvl1pPr algn="l">
              <a:defRPr sz="1950" b="0">
                <a:solidFill>
                  <a:srgbClr val="87E5D0"/>
                </a:solidFill>
                <a:latin typeface="DejaVu Sans"/>
                <a:ea typeface="DejaVu Sans"/>
                <a:cs typeface="DejaVu Sans"/>
              </a:defRPr>
            </a:lvl1pPr>
            <a:lvl2pPr algn="l">
              <a:defRPr sz="1950" b="0">
                <a:solidFill>
                  <a:srgbClr val="87E5D0"/>
                </a:solidFill>
                <a:latin typeface="DejaVu Sans"/>
                <a:ea typeface="DejaVu Sans"/>
                <a:cs typeface="DejaVu Sans"/>
              </a:defRPr>
            </a:lvl2pPr>
            <a:lvl3pPr algn="l">
              <a:defRPr sz="1950" b="0">
                <a:solidFill>
                  <a:srgbClr val="87E5D0"/>
                </a:solidFill>
                <a:latin typeface="DejaVu Sans"/>
                <a:ea typeface="DejaVu Sans"/>
                <a:cs typeface="DejaVu Sans"/>
              </a:defRPr>
            </a:lvl3pPr>
            <a:lvl4pPr algn="l">
              <a:defRPr sz="1950" b="0">
                <a:solidFill>
                  <a:srgbClr val="87E5D0"/>
                </a:solidFill>
                <a:latin typeface="DejaVu Sans"/>
                <a:ea typeface="DejaVu Sans"/>
                <a:cs typeface="DejaVu Sans"/>
              </a:defRPr>
            </a:lvl4pPr>
            <a:lvl5pPr algn="l">
              <a:defRPr sz="1950" b="0">
                <a:solidFill>
                  <a:srgbClr val="87E5D0"/>
                </a:solidFill>
                <a:latin typeface="DejaVu Sans"/>
                <a:ea typeface="DejaVu Sans"/>
                <a:cs typeface="DejaVu Sans"/>
              </a:defRPr>
            </a:lvl5pPr>
            <a:lvl6pPr algn="l">
              <a:defRPr sz="1950" b="0">
                <a:solidFill>
                  <a:srgbClr val="87E5D0"/>
                </a:solidFill>
                <a:latin typeface="DejaVu Sans"/>
                <a:ea typeface="DejaVu Sans"/>
                <a:cs typeface="DejaVu Sans"/>
              </a:defRPr>
            </a:lvl6pPr>
            <a:lvl7pPr algn="l">
              <a:defRPr sz="1950" b="0">
                <a:solidFill>
                  <a:srgbClr val="87E5D0"/>
                </a:solidFill>
                <a:latin typeface="DejaVu Sans"/>
                <a:ea typeface="DejaVu Sans"/>
                <a:cs typeface="DejaVu Sans"/>
              </a:defRPr>
            </a:lvl7pPr>
            <a:lvl8pPr algn="l">
              <a:defRPr sz="1950" b="0">
                <a:solidFill>
                  <a:srgbClr val="87E5D0"/>
                </a:solidFill>
                <a:latin typeface="DejaVu Sans"/>
                <a:ea typeface="DejaVu Sans"/>
                <a:cs typeface="DejaVu Sans"/>
              </a:defRPr>
            </a:lvl8pPr>
            <a:lvl9pPr algn="l">
              <a:defRPr sz="1950" b="0">
                <a:solidFill>
                  <a:srgbClr val="87E5D0"/>
                </a:solidFill>
                <a:latin typeface="DejaVu Sans"/>
                <a:ea typeface="DejaVu Sans"/>
                <a:cs typeface="DejaVu Sans"/>
              </a:defRPr>
            </a:lvl9pPr>
          </a:lstStyle>
          <a:p xmlns:a="http://schemas.openxmlformats.org/drawingml/2006/main">
            <a:pPr algn="l">
              <a:lnSpc>
                <a:spcPct val="104000"/>
              </a:lnSpc>
              <a:buNone/>
              <a:defRPr sz="1950" b="0">
                <a:solidFill>
                  <a:srgbClr val="87E5D0"/>
                </a:solidFill>
                <a:latin typeface="DejaVu Sans"/>
                <a:ea typeface="DejaVu Sans"/>
                <a:cs typeface="DejaVu Sans"/>
              </a:defRPr>
            </a:pPr>
            <a:r>
              <a:rPr sz="1950" b="0">
                <a:solidFill>
                  <a:srgbClr val="87E5D0"/>
                </a:solidFill>
                <a:latin typeface="DejaVu Sans"/>
                <a:ea typeface="DejaVu Sans"/>
                <a:cs typeface="DejaVu Sans"/>
              </a:rPr>
              <a:t>Kuota melekat pada akun. Pembayaran atau rotasi key tidak mereset pemakaian.</a:t>
            </a:r>
          </a:p>
        </p:txBody>
      </p:sp>
      <p:sp>
        <p:nvSpPr>
          <p:cNvPr id="5" name="text-39">
            <a:extLst xmlns:a="http://schemas.openxmlformats.org/drawingml/2006/main">
              <a:ext uri="{FF2B5EF4-FFF2-40B4-BE49-F238E27FC236}">
                <a16:creationId xmlns:a16="http://schemas.microsoft.com/office/drawing/2014/main" id="{4D71F694-7256-41A7-8423-9A96F6A7E1C4}"/>
              </a:ext>
            </a:extLst>
          </p:cNvPr>
          <p:cNvSpPr>
            <a:spLocks xmlns:a="http://schemas.openxmlformats.org/drawingml/2006/main" noGrp="1"/>
          </p:cNvSpPr>
          <p:nvPr/>
        </p:nvSpPr>
        <p:spPr>
          <a:xfrm xmlns:a="http://schemas.openxmlformats.org/drawingml/2006/main">
            <a:off x="609600" y="6562725"/>
            <a:ext cx="1005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EADB9"/>
                </a:solidFill>
                <a:latin typeface="DejaVu Sans"/>
                <a:ea typeface="DejaVu Sans"/>
                <a:cs typeface="DejaVu Sans"/>
              </a:defRPr>
            </a:defPPr>
            <a:lvl1pPr algn="l">
              <a:defRPr sz="1125" b="0">
                <a:solidFill>
                  <a:srgbClr val="9EADB9"/>
                </a:solidFill>
                <a:latin typeface="DejaVu Sans"/>
                <a:ea typeface="DejaVu Sans"/>
                <a:cs typeface="DejaVu Sans"/>
              </a:defRPr>
            </a:lvl1pPr>
            <a:lvl2pPr algn="l">
              <a:defRPr sz="1125" b="0">
                <a:solidFill>
                  <a:srgbClr val="9EADB9"/>
                </a:solidFill>
                <a:latin typeface="DejaVu Sans"/>
                <a:ea typeface="DejaVu Sans"/>
                <a:cs typeface="DejaVu Sans"/>
              </a:defRPr>
            </a:lvl2pPr>
            <a:lvl3pPr algn="l">
              <a:defRPr sz="1125" b="0">
                <a:solidFill>
                  <a:srgbClr val="9EADB9"/>
                </a:solidFill>
                <a:latin typeface="DejaVu Sans"/>
                <a:ea typeface="DejaVu Sans"/>
                <a:cs typeface="DejaVu Sans"/>
              </a:defRPr>
            </a:lvl3pPr>
            <a:lvl4pPr algn="l">
              <a:defRPr sz="1125" b="0">
                <a:solidFill>
                  <a:srgbClr val="9EADB9"/>
                </a:solidFill>
                <a:latin typeface="DejaVu Sans"/>
                <a:ea typeface="DejaVu Sans"/>
                <a:cs typeface="DejaVu Sans"/>
              </a:defRPr>
            </a:lvl4pPr>
            <a:lvl5pPr algn="l">
              <a:defRPr sz="1125" b="0">
                <a:solidFill>
                  <a:srgbClr val="9EADB9"/>
                </a:solidFill>
                <a:latin typeface="DejaVu Sans"/>
                <a:ea typeface="DejaVu Sans"/>
                <a:cs typeface="DejaVu Sans"/>
              </a:defRPr>
            </a:lvl5pPr>
            <a:lvl6pPr algn="l">
              <a:defRPr sz="1125" b="0">
                <a:solidFill>
                  <a:srgbClr val="9EADB9"/>
                </a:solidFill>
                <a:latin typeface="DejaVu Sans"/>
                <a:ea typeface="DejaVu Sans"/>
                <a:cs typeface="DejaVu Sans"/>
              </a:defRPr>
            </a:lvl6pPr>
            <a:lvl7pPr algn="l">
              <a:defRPr sz="1125" b="0">
                <a:solidFill>
                  <a:srgbClr val="9EADB9"/>
                </a:solidFill>
                <a:latin typeface="DejaVu Sans"/>
                <a:ea typeface="DejaVu Sans"/>
                <a:cs typeface="DejaVu Sans"/>
              </a:defRPr>
            </a:lvl7pPr>
            <a:lvl8pPr algn="l">
              <a:defRPr sz="1125" b="0">
                <a:solidFill>
                  <a:srgbClr val="9EADB9"/>
                </a:solidFill>
                <a:latin typeface="DejaVu Sans"/>
                <a:ea typeface="DejaVu Sans"/>
                <a:cs typeface="DejaVu Sans"/>
              </a:defRPr>
            </a:lvl8pPr>
            <a:lvl9pPr algn="l">
              <a:defRPr sz="1125" b="0">
                <a:solidFill>
                  <a:srgbClr val="9EADB9"/>
                </a:solidFill>
                <a:latin typeface="DejaVu Sans"/>
                <a:ea typeface="DejaVu Sans"/>
                <a:cs typeface="DejaVu Sans"/>
              </a:defRPr>
            </a:lvl9pPr>
          </a:lstStyle>
          <a:p xmlns:a="http://schemas.openxmlformats.org/drawingml/2006/main">
            <a:pPr algn="l">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Dana 2/3   Kode: src/middlewares/verifyApiKey.js, src/services/apiUsage.js</a:t>
            </a:r>
          </a:p>
        </p:txBody>
      </p:sp>
      <p:sp>
        <p:nvSpPr>
          <p:cNvPr id="6" name="text-40">
            <a:extLst xmlns:a="http://schemas.openxmlformats.org/drawingml/2006/main">
              <a:ext uri="{FF2B5EF4-FFF2-40B4-BE49-F238E27FC236}">
                <a16:creationId xmlns:a16="http://schemas.microsoft.com/office/drawing/2014/main" id="{580A5697-80FE-46B2-A1E8-73473AC2C6F6}"/>
              </a:ext>
            </a:extLst>
          </p:cNvPr>
          <p:cNvSpPr>
            <a:spLocks xmlns:a="http://schemas.openxmlformats.org/drawingml/2006/main" noGrp="1"/>
          </p:cNvSpPr>
          <p:nvPr/>
        </p:nvSpPr>
        <p:spPr>
          <a:xfrm xmlns:a="http://schemas.openxmlformats.org/drawingml/2006/main">
            <a:off x="10877550" y="6562725"/>
            <a:ext cx="704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9EADB9"/>
                </a:solidFill>
                <a:latin typeface="DejaVu Sans"/>
                <a:ea typeface="DejaVu Sans"/>
                <a:cs typeface="DejaVu Sans"/>
              </a:defRPr>
            </a:defPPr>
            <a:lvl1pPr algn="r">
              <a:defRPr sz="1125" b="0">
                <a:solidFill>
                  <a:srgbClr val="9EADB9"/>
                </a:solidFill>
                <a:latin typeface="DejaVu Sans"/>
                <a:ea typeface="DejaVu Sans"/>
                <a:cs typeface="DejaVu Sans"/>
              </a:defRPr>
            </a:lvl1pPr>
            <a:lvl2pPr algn="r">
              <a:defRPr sz="1125" b="0">
                <a:solidFill>
                  <a:srgbClr val="9EADB9"/>
                </a:solidFill>
                <a:latin typeface="DejaVu Sans"/>
                <a:ea typeface="DejaVu Sans"/>
                <a:cs typeface="DejaVu Sans"/>
              </a:defRPr>
            </a:lvl2pPr>
            <a:lvl3pPr algn="r">
              <a:defRPr sz="1125" b="0">
                <a:solidFill>
                  <a:srgbClr val="9EADB9"/>
                </a:solidFill>
                <a:latin typeface="DejaVu Sans"/>
                <a:ea typeface="DejaVu Sans"/>
                <a:cs typeface="DejaVu Sans"/>
              </a:defRPr>
            </a:lvl3pPr>
            <a:lvl4pPr algn="r">
              <a:defRPr sz="1125" b="0">
                <a:solidFill>
                  <a:srgbClr val="9EADB9"/>
                </a:solidFill>
                <a:latin typeface="DejaVu Sans"/>
                <a:ea typeface="DejaVu Sans"/>
                <a:cs typeface="DejaVu Sans"/>
              </a:defRPr>
            </a:lvl4pPr>
            <a:lvl5pPr algn="r">
              <a:defRPr sz="1125" b="0">
                <a:solidFill>
                  <a:srgbClr val="9EADB9"/>
                </a:solidFill>
                <a:latin typeface="DejaVu Sans"/>
                <a:ea typeface="DejaVu Sans"/>
                <a:cs typeface="DejaVu Sans"/>
              </a:defRPr>
            </a:lvl5pPr>
            <a:lvl6pPr algn="r">
              <a:defRPr sz="1125" b="0">
                <a:solidFill>
                  <a:srgbClr val="9EADB9"/>
                </a:solidFill>
                <a:latin typeface="DejaVu Sans"/>
                <a:ea typeface="DejaVu Sans"/>
                <a:cs typeface="DejaVu Sans"/>
              </a:defRPr>
            </a:lvl6pPr>
            <a:lvl7pPr algn="r">
              <a:defRPr sz="1125" b="0">
                <a:solidFill>
                  <a:srgbClr val="9EADB9"/>
                </a:solidFill>
                <a:latin typeface="DejaVu Sans"/>
                <a:ea typeface="DejaVu Sans"/>
                <a:cs typeface="DejaVu Sans"/>
              </a:defRPr>
            </a:lvl7pPr>
            <a:lvl8pPr algn="r">
              <a:defRPr sz="1125" b="0">
                <a:solidFill>
                  <a:srgbClr val="9EADB9"/>
                </a:solidFill>
                <a:latin typeface="DejaVu Sans"/>
                <a:ea typeface="DejaVu Sans"/>
                <a:cs typeface="DejaVu Sans"/>
              </a:defRPr>
            </a:lvl8pPr>
            <a:lvl9pPr algn="r">
              <a:defRPr sz="1125" b="0">
                <a:solidFill>
                  <a:srgbClr val="9EADB9"/>
                </a:solidFill>
                <a:latin typeface="DejaVu Sans"/>
                <a:ea typeface="DejaVu Sans"/>
                <a:cs typeface="DejaVu Sans"/>
              </a:defRPr>
            </a:lvl9pPr>
          </a:lstStyle>
          <a:p xmlns:a="http://schemas.openxmlformats.org/drawingml/2006/main">
            <a:pPr algn="r">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08/12</a:t>
            </a:r>
          </a:p>
        </p:txBody>
      </p:sp>
    </p:spTree>
    <p:extLst>
      <p:ext uri="{BB962C8B-B14F-4D97-AF65-F5344CB8AC3E}">
        <p14:creationId xmlns:p14="http://schemas.microsoft.com/office/powerpoint/2010/main" val="1206613772"/>
      </p:ext>
    </p:extLst>
  </p:cSld>
</p:sld>
</file>

<file path=ppt/slides/slide9.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7" name="text-41">
            <a:extLst xmlns:a="http://schemas.openxmlformats.org/drawingml/2006/main">
              <a:ext uri="{FF2B5EF4-FFF2-40B4-BE49-F238E27FC236}">
                <a16:creationId xmlns:a16="http://schemas.microsoft.com/office/drawing/2014/main" id="{CA94B993-A9F3-442F-81A6-878B0EE6340A}"/>
              </a:ext>
            </a:extLst>
          </p:cNvPr>
          <p:cNvSpPr>
            <a:spLocks xmlns:a="http://schemas.openxmlformats.org/drawingml/2006/main" noGrp="1"/>
          </p:cNvSpPr>
          <p:nvPr/>
        </p:nvSpPr>
        <p:spPr>
          <a:xfrm xmlns:a="http://schemas.openxmlformats.org/drawingml/2006/main">
            <a:off x="609600" y="4095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5F7FA"/>
                </a:solidFill>
                <a:latin typeface="DejaVu Sans"/>
                <a:ea typeface="DejaVu Sans"/>
                <a:cs typeface="DejaVu Sans"/>
              </a:defRPr>
            </a:defPPr>
            <a:lvl1pPr algn="l">
              <a:defRPr sz="3225" b="1">
                <a:solidFill>
                  <a:srgbClr val="F5F7FA"/>
                </a:solidFill>
                <a:latin typeface="DejaVu Sans"/>
                <a:ea typeface="DejaVu Sans"/>
                <a:cs typeface="DejaVu Sans"/>
              </a:defRPr>
            </a:lvl1pPr>
            <a:lvl2pPr algn="l">
              <a:defRPr sz="3225" b="1">
                <a:solidFill>
                  <a:srgbClr val="F5F7FA"/>
                </a:solidFill>
                <a:latin typeface="DejaVu Sans"/>
                <a:ea typeface="DejaVu Sans"/>
                <a:cs typeface="DejaVu Sans"/>
              </a:defRPr>
            </a:lvl2pPr>
            <a:lvl3pPr algn="l">
              <a:defRPr sz="3225" b="1">
                <a:solidFill>
                  <a:srgbClr val="F5F7FA"/>
                </a:solidFill>
                <a:latin typeface="DejaVu Sans"/>
                <a:ea typeface="DejaVu Sans"/>
                <a:cs typeface="DejaVu Sans"/>
              </a:defRPr>
            </a:lvl3pPr>
            <a:lvl4pPr algn="l">
              <a:defRPr sz="3225" b="1">
                <a:solidFill>
                  <a:srgbClr val="F5F7FA"/>
                </a:solidFill>
                <a:latin typeface="DejaVu Sans"/>
                <a:ea typeface="DejaVu Sans"/>
                <a:cs typeface="DejaVu Sans"/>
              </a:defRPr>
            </a:lvl4pPr>
            <a:lvl5pPr algn="l">
              <a:defRPr sz="3225" b="1">
                <a:solidFill>
                  <a:srgbClr val="F5F7FA"/>
                </a:solidFill>
                <a:latin typeface="DejaVu Sans"/>
                <a:ea typeface="DejaVu Sans"/>
                <a:cs typeface="DejaVu Sans"/>
              </a:defRPr>
            </a:lvl5pPr>
            <a:lvl6pPr algn="l">
              <a:defRPr sz="3225" b="1">
                <a:solidFill>
                  <a:srgbClr val="F5F7FA"/>
                </a:solidFill>
                <a:latin typeface="DejaVu Sans"/>
                <a:ea typeface="DejaVu Sans"/>
                <a:cs typeface="DejaVu Sans"/>
              </a:defRPr>
            </a:lvl6pPr>
            <a:lvl7pPr algn="l">
              <a:defRPr sz="3225" b="1">
                <a:solidFill>
                  <a:srgbClr val="F5F7FA"/>
                </a:solidFill>
                <a:latin typeface="DejaVu Sans"/>
                <a:ea typeface="DejaVu Sans"/>
                <a:cs typeface="DejaVu Sans"/>
              </a:defRPr>
            </a:lvl7pPr>
            <a:lvl8pPr algn="l">
              <a:defRPr sz="3225" b="1">
                <a:solidFill>
                  <a:srgbClr val="F5F7FA"/>
                </a:solidFill>
                <a:latin typeface="DejaVu Sans"/>
                <a:ea typeface="DejaVu Sans"/>
                <a:cs typeface="DejaVu Sans"/>
              </a:defRPr>
            </a:lvl8pPr>
            <a:lvl9pPr algn="l">
              <a:defRPr sz="3225" b="1">
                <a:solidFill>
                  <a:srgbClr val="F5F7FA"/>
                </a:solidFill>
                <a:latin typeface="DejaVu Sans"/>
                <a:ea typeface="DejaVu Sans"/>
                <a:cs typeface="DejaVu Sans"/>
              </a:defRPr>
            </a:lvl9pPr>
          </a:lstStyle>
          <a:p xmlns:a="http://schemas.openxmlformats.org/drawingml/2006/main">
            <a:pPr algn="l">
              <a:lnSpc>
                <a:spcPct val="104000"/>
              </a:lnSpc>
              <a:buNone/>
              <a:defRPr sz="3225" b="1">
                <a:solidFill>
                  <a:srgbClr val="F5F7FA"/>
                </a:solidFill>
                <a:latin typeface="DejaVu Sans"/>
                <a:ea typeface="DejaVu Sans"/>
                <a:cs typeface="DejaVu Sans"/>
              </a:defRPr>
            </a:pPr>
            <a:r>
              <a:rPr sz="3225" b="1">
                <a:solidFill>
                  <a:srgbClr val="F5F7FA"/>
                </a:solidFill>
                <a:latin typeface="DejaVu Sans"/>
                <a:ea typeface="DejaVu Sans"/>
                <a:cs typeface="DejaVu Sans"/>
              </a:rPr>
              <a:t>Pencegahan transaksi ganda</a:t>
            </a:r>
          </a:p>
        </p:txBody>
      </p:sp>
      <p:sp>
        <p:nvSpPr>
          <p:cNvPr id="2" name="text-42">
            <a:extLst xmlns:a="http://schemas.openxmlformats.org/drawingml/2006/main">
              <a:ext uri="{FF2B5EF4-FFF2-40B4-BE49-F238E27FC236}">
                <a16:creationId xmlns:a16="http://schemas.microsoft.com/office/drawing/2014/main" id="{EC522A22-BFFE-4BEF-98B3-904491C8F291}"/>
              </a:ext>
            </a:extLst>
          </p:cNvPr>
          <p:cNvSpPr>
            <a:spLocks xmlns:a="http://schemas.openxmlformats.org/drawingml/2006/main" noGrp="1"/>
          </p:cNvSpPr>
          <p:nvPr/>
        </p:nvSpPr>
        <p:spPr>
          <a:xfrm xmlns:a="http://schemas.openxmlformats.org/drawingml/2006/main">
            <a:off x="609600" y="115252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3E8"/>
                </a:solidFill>
                <a:latin typeface="DejaVu Sans"/>
                <a:ea typeface="DejaVu Sans"/>
                <a:cs typeface="DejaVu Sans"/>
              </a:defRPr>
            </a:defPPr>
            <a:lvl1pPr algn="l">
              <a:defRPr sz="1875" b="0">
                <a:solidFill>
                  <a:srgbClr val="DDE3E8"/>
                </a:solidFill>
                <a:latin typeface="DejaVu Sans"/>
                <a:ea typeface="DejaVu Sans"/>
                <a:cs typeface="DejaVu Sans"/>
              </a:defRPr>
            </a:lvl1pPr>
            <a:lvl2pPr algn="l">
              <a:defRPr sz="1875" b="0">
                <a:solidFill>
                  <a:srgbClr val="DDE3E8"/>
                </a:solidFill>
                <a:latin typeface="DejaVu Sans"/>
                <a:ea typeface="DejaVu Sans"/>
                <a:cs typeface="DejaVu Sans"/>
              </a:defRPr>
            </a:lvl2pPr>
            <a:lvl3pPr algn="l">
              <a:defRPr sz="1875" b="0">
                <a:solidFill>
                  <a:srgbClr val="DDE3E8"/>
                </a:solidFill>
                <a:latin typeface="DejaVu Sans"/>
                <a:ea typeface="DejaVu Sans"/>
                <a:cs typeface="DejaVu Sans"/>
              </a:defRPr>
            </a:lvl3pPr>
            <a:lvl4pPr algn="l">
              <a:defRPr sz="1875" b="0">
                <a:solidFill>
                  <a:srgbClr val="DDE3E8"/>
                </a:solidFill>
                <a:latin typeface="DejaVu Sans"/>
                <a:ea typeface="DejaVu Sans"/>
                <a:cs typeface="DejaVu Sans"/>
              </a:defRPr>
            </a:lvl4pPr>
            <a:lvl5pPr algn="l">
              <a:defRPr sz="1875" b="0">
                <a:solidFill>
                  <a:srgbClr val="DDE3E8"/>
                </a:solidFill>
                <a:latin typeface="DejaVu Sans"/>
                <a:ea typeface="DejaVu Sans"/>
                <a:cs typeface="DejaVu Sans"/>
              </a:defRPr>
            </a:lvl5pPr>
            <a:lvl6pPr algn="l">
              <a:defRPr sz="1875" b="0">
                <a:solidFill>
                  <a:srgbClr val="DDE3E8"/>
                </a:solidFill>
                <a:latin typeface="DejaVu Sans"/>
                <a:ea typeface="DejaVu Sans"/>
                <a:cs typeface="DejaVu Sans"/>
              </a:defRPr>
            </a:lvl6pPr>
            <a:lvl7pPr algn="l">
              <a:defRPr sz="1875" b="0">
                <a:solidFill>
                  <a:srgbClr val="DDE3E8"/>
                </a:solidFill>
                <a:latin typeface="DejaVu Sans"/>
                <a:ea typeface="DejaVu Sans"/>
                <a:cs typeface="DejaVu Sans"/>
              </a:defRPr>
            </a:lvl7pPr>
            <a:lvl8pPr algn="l">
              <a:defRPr sz="1875" b="0">
                <a:solidFill>
                  <a:srgbClr val="DDE3E8"/>
                </a:solidFill>
                <a:latin typeface="DejaVu Sans"/>
                <a:ea typeface="DejaVu Sans"/>
                <a:cs typeface="DejaVu Sans"/>
              </a:defRPr>
            </a:lvl8pPr>
            <a:lvl9pPr algn="l">
              <a:defRPr sz="1875" b="0">
                <a:solidFill>
                  <a:srgbClr val="DDE3E8"/>
                </a:solidFill>
                <a:latin typeface="DejaVu Sans"/>
                <a:ea typeface="DejaVu Sans"/>
                <a:cs typeface="DejaVu Sans"/>
              </a:defRPr>
            </a:lvl9pPr>
          </a:lstStyle>
          <a:p xmlns:a="http://schemas.openxmlformats.org/drawingml/2006/main">
            <a:pPr algn="l">
              <a:lnSpc>
                <a:spcPct val="104000"/>
              </a:lnSpc>
              <a:buNone/>
              <a:defRPr sz="1875" b="0">
                <a:solidFill>
                  <a:srgbClr val="DDE3E8"/>
                </a:solidFill>
                <a:latin typeface="DejaVu Sans"/>
                <a:ea typeface="DejaVu Sans"/>
                <a:cs typeface="DejaVu Sans"/>
              </a:defRPr>
            </a:pPr>
            <a:r>
              <a:rPr sz="1875" b="0">
                <a:solidFill>
                  <a:srgbClr val="DDE3E8"/>
                </a:solidFill>
                <a:latin typeface="DejaVu Sans"/>
                <a:ea typeface="DejaVu Sans"/>
                <a:cs typeface="DejaVu Sans"/>
              </a:rPr>
              <a:t>Pengulangan request tidak boleh membuat tagihan atau masa aktif ganda.</a:t>
            </a:r>
          </a:p>
        </p:txBody>
      </p:sp>
      <p:graphicFrame>
        <p:nvGraphicFramePr>
          <p:cNvPr id="3" name="">
            <a:extLst xmlns:a="http://schemas.openxmlformats.org/drawingml/2006/main">
              <a:ext uri="{FF2B5EF4-FFF2-40B4-BE49-F238E27FC236}">
                <a16:creationId xmlns:a16="http://schemas.microsoft.com/office/drawing/2014/main" id="{182A5F52-0892-405D-8951-61041B0A5F88}"/>
              </a:ext>
            </a:extLst>
          </p:cNvPr>
          <p:cNvGraphicFramePr/>
          <p:nvPr/>
        </p:nvGraphicFramePr>
        <p:xfrm>
          <a:off xmlns:a="http://schemas.openxmlformats.org/drawingml/2006/main" x="609600" y="1762125"/>
          <a:ext xmlns:a="http://schemas.openxmlformats.org/drawingml/2006/main" cx="10972800" cy="3048000"/>
        </p:xfrm>
        <a:graphic xmlns:a="http://schemas.openxmlformats.org/drawingml/2006/main">
          <a:graphicData uri="http://schemas.openxmlformats.org/drawingml/2006/table">
            <a:tbl>
              <a:tblPr firstRow="0" firstCol="0" bandRow="0"/>
              <a:tblGrid>
                <a:gridCol w="4476750"/>
                <a:gridCol w="6496050"/>
              </a:tblGrid>
              <a:tr h="476250">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Bagian kode</a:t>
                      </a:r>
                    </a:p>
                  </a:txBody>
                  <a:tcPr marL="91440" marR="91440" marT="45720" marB="45720" anchor="ctr">
                    <a:lnL w="9525">
                      <a:solidFill>
                        <a:srgbClr val="34414C"/>
                      </a:solidFill>
                      <a:prstDash val="solid"/>
                    </a:lnL>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Pekerjaannya</a:t>
                      </a:r>
                    </a:p>
                  </a:txBody>
                  <a:tcPr marL="91440" marR="91440" marT="45720" marB="45720" anchor="ctr">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checkout_key</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Unik per akun. Checkout berulang</a:t>
                      </a:r>
                    </a:p>
                    <a:p>
                      <a:pPr algn="l">
                        <a:lnSpc>
                          <a:spcPct val="100000"/>
                        </a:lnSpc>
                        <a:buNone/>
                      </a:pPr>
                      <a:r>
                        <a:rPr sz="1950" b="0">
                          <a:solidFill>
                            <a:srgbClr val="DDE3E8"/>
                          </a:solidFill>
                          <a:latin typeface="DejaVu Sans"/>
                          <a:ea typeface="DejaVu Sans"/>
                          <a:cs typeface="DejaVu Sans"/>
                        </a:rPr>
                        <a:t>mengembalikan invoice yang sama.</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transaction.LOCK.UPDATE</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Mengurutkan proses pada akun yang sama</a:t>
                      </a:r>
                    </a:p>
                    <a:p>
                      <a:pPr algn="l">
                        <a:lnSpc>
                          <a:spcPct val="100000"/>
                        </a:lnSpc>
                        <a:buNone/>
                      </a:pPr>
                      <a:r>
                        <a:rPr sz="1950" b="0">
                          <a:solidFill>
                            <a:srgbClr val="DDE3E8"/>
                          </a:solidFill>
                          <a:latin typeface="DejaVu Sans"/>
                          <a:ea typeface="DejaVu Sans"/>
                          <a:cs typeface="DejaVu Sans"/>
                        </a:rPr>
                        <a:t>ketika request bersamaan.</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payment.status === 'paid'</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Membuat konfirmasi ulang berhenti tanpa</a:t>
                      </a:r>
                    </a:p>
                    <a:p>
                      <a:pPr algn="l">
                        <a:lnSpc>
                          <a:spcPct val="100000"/>
                        </a:lnSpc>
                        <a:buNone/>
                      </a:pPr>
                      <a:r>
                        <a:rPr sz="1950" b="0">
                          <a:solidFill>
                            <a:srgbClr val="DDE3E8"/>
                          </a:solidFill>
                          <a:latin typeface="DejaVu Sans"/>
                          <a:ea typeface="DejaVu Sans"/>
                          <a:cs typeface="DejaVu Sans"/>
                        </a:rPr>
                        <a:t>menambah periode.</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bl>
          </a:graphicData>
        </a:graphic>
      </p:graphicFrame>
      <p:sp>
        <p:nvSpPr>
          <p:cNvPr id="4" name="text-43">
            <a:extLst xmlns:a="http://schemas.openxmlformats.org/drawingml/2006/main">
              <a:ext uri="{FF2B5EF4-FFF2-40B4-BE49-F238E27FC236}">
                <a16:creationId xmlns:a16="http://schemas.microsoft.com/office/drawing/2014/main" id="{92F2342A-E853-4CC7-BCA0-508304C79BA9}"/>
              </a:ext>
            </a:extLst>
          </p:cNvPr>
          <p:cNvSpPr>
            <a:spLocks xmlns:a="http://schemas.openxmlformats.org/drawingml/2006/main" noGrp="1"/>
          </p:cNvSpPr>
          <p:nvPr/>
        </p:nvSpPr>
        <p:spPr>
          <a:xfrm xmlns:a="http://schemas.openxmlformats.org/drawingml/2006/main">
            <a:off x="609600" y="525780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87E5D0"/>
                </a:solidFill>
                <a:latin typeface="DejaVu Sans"/>
                <a:ea typeface="DejaVu Sans"/>
                <a:cs typeface="DejaVu Sans"/>
              </a:defRPr>
            </a:defPPr>
            <a:lvl1pPr algn="l">
              <a:defRPr sz="1950" b="0">
                <a:solidFill>
                  <a:srgbClr val="87E5D0"/>
                </a:solidFill>
                <a:latin typeface="DejaVu Sans"/>
                <a:ea typeface="DejaVu Sans"/>
                <a:cs typeface="DejaVu Sans"/>
              </a:defRPr>
            </a:lvl1pPr>
            <a:lvl2pPr algn="l">
              <a:defRPr sz="1950" b="0">
                <a:solidFill>
                  <a:srgbClr val="87E5D0"/>
                </a:solidFill>
                <a:latin typeface="DejaVu Sans"/>
                <a:ea typeface="DejaVu Sans"/>
                <a:cs typeface="DejaVu Sans"/>
              </a:defRPr>
            </a:lvl2pPr>
            <a:lvl3pPr algn="l">
              <a:defRPr sz="1950" b="0">
                <a:solidFill>
                  <a:srgbClr val="87E5D0"/>
                </a:solidFill>
                <a:latin typeface="DejaVu Sans"/>
                <a:ea typeface="DejaVu Sans"/>
                <a:cs typeface="DejaVu Sans"/>
              </a:defRPr>
            </a:lvl3pPr>
            <a:lvl4pPr algn="l">
              <a:defRPr sz="1950" b="0">
                <a:solidFill>
                  <a:srgbClr val="87E5D0"/>
                </a:solidFill>
                <a:latin typeface="DejaVu Sans"/>
                <a:ea typeface="DejaVu Sans"/>
                <a:cs typeface="DejaVu Sans"/>
              </a:defRPr>
            </a:lvl4pPr>
            <a:lvl5pPr algn="l">
              <a:defRPr sz="1950" b="0">
                <a:solidFill>
                  <a:srgbClr val="87E5D0"/>
                </a:solidFill>
                <a:latin typeface="DejaVu Sans"/>
                <a:ea typeface="DejaVu Sans"/>
                <a:cs typeface="DejaVu Sans"/>
              </a:defRPr>
            </a:lvl5pPr>
            <a:lvl6pPr algn="l">
              <a:defRPr sz="1950" b="0">
                <a:solidFill>
                  <a:srgbClr val="87E5D0"/>
                </a:solidFill>
                <a:latin typeface="DejaVu Sans"/>
                <a:ea typeface="DejaVu Sans"/>
                <a:cs typeface="DejaVu Sans"/>
              </a:defRPr>
            </a:lvl6pPr>
            <a:lvl7pPr algn="l">
              <a:defRPr sz="1950" b="0">
                <a:solidFill>
                  <a:srgbClr val="87E5D0"/>
                </a:solidFill>
                <a:latin typeface="DejaVu Sans"/>
                <a:ea typeface="DejaVu Sans"/>
                <a:cs typeface="DejaVu Sans"/>
              </a:defRPr>
            </a:lvl7pPr>
            <a:lvl8pPr algn="l">
              <a:defRPr sz="1950" b="0">
                <a:solidFill>
                  <a:srgbClr val="87E5D0"/>
                </a:solidFill>
                <a:latin typeface="DejaVu Sans"/>
                <a:ea typeface="DejaVu Sans"/>
                <a:cs typeface="DejaVu Sans"/>
              </a:defRPr>
            </a:lvl8pPr>
            <a:lvl9pPr algn="l">
              <a:defRPr sz="1950" b="0">
                <a:solidFill>
                  <a:srgbClr val="87E5D0"/>
                </a:solidFill>
                <a:latin typeface="DejaVu Sans"/>
                <a:ea typeface="DejaVu Sans"/>
                <a:cs typeface="DejaVu Sans"/>
              </a:defRPr>
            </a:lvl9pPr>
          </a:lstStyle>
          <a:p xmlns:a="http://schemas.openxmlformats.org/drawingml/2006/main">
            <a:pPr algn="l">
              <a:lnSpc>
                <a:spcPct val="104000"/>
              </a:lnSpc>
              <a:buNone/>
              <a:defRPr sz="1950" b="0">
                <a:solidFill>
                  <a:srgbClr val="87E5D0"/>
                </a:solidFill>
                <a:latin typeface="DejaVu Sans"/>
                <a:ea typeface="DejaVu Sans"/>
                <a:cs typeface="DejaVu Sans"/>
              </a:defRPr>
            </a:pPr>
            <a:r>
              <a:rPr sz="1950" b="0">
                <a:solidFill>
                  <a:srgbClr val="87E5D0"/>
                </a:solidFill>
                <a:latin typeface="DejaVu Sans"/>
                <a:ea typeface="DejaVu Sans"/>
                <a:cs typeface="DejaVu Sans"/>
              </a:rPr>
              <a:t>Dua invoice sah menambah dua periode. Satu invoice dikonfirmasi dua kali tetap satu.</a:t>
            </a:r>
          </a:p>
        </p:txBody>
      </p:sp>
      <p:sp>
        <p:nvSpPr>
          <p:cNvPr id="5" name="text-44">
            <a:extLst xmlns:a="http://schemas.openxmlformats.org/drawingml/2006/main">
              <a:ext uri="{FF2B5EF4-FFF2-40B4-BE49-F238E27FC236}">
                <a16:creationId xmlns:a16="http://schemas.microsoft.com/office/drawing/2014/main" id="{3BA2C9A0-E1C7-4B59-88CA-057AA58FFF3E}"/>
              </a:ext>
            </a:extLst>
          </p:cNvPr>
          <p:cNvSpPr>
            <a:spLocks xmlns:a="http://schemas.openxmlformats.org/drawingml/2006/main" noGrp="1"/>
          </p:cNvSpPr>
          <p:nvPr/>
        </p:nvSpPr>
        <p:spPr>
          <a:xfrm xmlns:a="http://schemas.openxmlformats.org/drawingml/2006/main">
            <a:off x="609600" y="6562725"/>
            <a:ext cx="1005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EADB9"/>
                </a:solidFill>
                <a:latin typeface="DejaVu Sans"/>
                <a:ea typeface="DejaVu Sans"/>
                <a:cs typeface="DejaVu Sans"/>
              </a:defRPr>
            </a:defPPr>
            <a:lvl1pPr algn="l">
              <a:defRPr sz="1125" b="0">
                <a:solidFill>
                  <a:srgbClr val="9EADB9"/>
                </a:solidFill>
                <a:latin typeface="DejaVu Sans"/>
                <a:ea typeface="DejaVu Sans"/>
                <a:cs typeface="DejaVu Sans"/>
              </a:defRPr>
            </a:lvl1pPr>
            <a:lvl2pPr algn="l">
              <a:defRPr sz="1125" b="0">
                <a:solidFill>
                  <a:srgbClr val="9EADB9"/>
                </a:solidFill>
                <a:latin typeface="DejaVu Sans"/>
                <a:ea typeface="DejaVu Sans"/>
                <a:cs typeface="DejaVu Sans"/>
              </a:defRPr>
            </a:lvl2pPr>
            <a:lvl3pPr algn="l">
              <a:defRPr sz="1125" b="0">
                <a:solidFill>
                  <a:srgbClr val="9EADB9"/>
                </a:solidFill>
                <a:latin typeface="DejaVu Sans"/>
                <a:ea typeface="DejaVu Sans"/>
                <a:cs typeface="DejaVu Sans"/>
              </a:defRPr>
            </a:lvl3pPr>
            <a:lvl4pPr algn="l">
              <a:defRPr sz="1125" b="0">
                <a:solidFill>
                  <a:srgbClr val="9EADB9"/>
                </a:solidFill>
                <a:latin typeface="DejaVu Sans"/>
                <a:ea typeface="DejaVu Sans"/>
                <a:cs typeface="DejaVu Sans"/>
              </a:defRPr>
            </a:lvl4pPr>
            <a:lvl5pPr algn="l">
              <a:defRPr sz="1125" b="0">
                <a:solidFill>
                  <a:srgbClr val="9EADB9"/>
                </a:solidFill>
                <a:latin typeface="DejaVu Sans"/>
                <a:ea typeface="DejaVu Sans"/>
                <a:cs typeface="DejaVu Sans"/>
              </a:defRPr>
            </a:lvl5pPr>
            <a:lvl6pPr algn="l">
              <a:defRPr sz="1125" b="0">
                <a:solidFill>
                  <a:srgbClr val="9EADB9"/>
                </a:solidFill>
                <a:latin typeface="DejaVu Sans"/>
                <a:ea typeface="DejaVu Sans"/>
                <a:cs typeface="DejaVu Sans"/>
              </a:defRPr>
            </a:lvl6pPr>
            <a:lvl7pPr algn="l">
              <a:defRPr sz="1125" b="0">
                <a:solidFill>
                  <a:srgbClr val="9EADB9"/>
                </a:solidFill>
                <a:latin typeface="DejaVu Sans"/>
                <a:ea typeface="DejaVu Sans"/>
                <a:cs typeface="DejaVu Sans"/>
              </a:defRPr>
            </a:lvl7pPr>
            <a:lvl8pPr algn="l">
              <a:defRPr sz="1125" b="0">
                <a:solidFill>
                  <a:srgbClr val="9EADB9"/>
                </a:solidFill>
                <a:latin typeface="DejaVu Sans"/>
                <a:ea typeface="DejaVu Sans"/>
                <a:cs typeface="DejaVu Sans"/>
              </a:defRPr>
            </a:lvl8pPr>
            <a:lvl9pPr algn="l">
              <a:defRPr sz="1125" b="0">
                <a:solidFill>
                  <a:srgbClr val="9EADB9"/>
                </a:solidFill>
                <a:latin typeface="DejaVu Sans"/>
                <a:ea typeface="DejaVu Sans"/>
                <a:cs typeface="DejaVu Sans"/>
              </a:defRPr>
            </a:lvl9pPr>
          </a:lstStyle>
          <a:p xmlns:a="http://schemas.openxmlformats.org/drawingml/2006/main">
            <a:pPr algn="l">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Dana 3/3   Kode: src/services/billing.js, src/models/Payment.js</a:t>
            </a:r>
          </a:p>
        </p:txBody>
      </p:sp>
      <p:sp>
        <p:nvSpPr>
          <p:cNvPr id="6" name="text-45">
            <a:extLst xmlns:a="http://schemas.openxmlformats.org/drawingml/2006/main">
              <a:ext uri="{FF2B5EF4-FFF2-40B4-BE49-F238E27FC236}">
                <a16:creationId xmlns:a16="http://schemas.microsoft.com/office/drawing/2014/main" id="{2180BBC2-A0DE-4BCD-96E4-F026A9E625D6}"/>
              </a:ext>
            </a:extLst>
          </p:cNvPr>
          <p:cNvSpPr>
            <a:spLocks xmlns:a="http://schemas.openxmlformats.org/drawingml/2006/main" noGrp="1"/>
          </p:cNvSpPr>
          <p:nvPr/>
        </p:nvSpPr>
        <p:spPr>
          <a:xfrm xmlns:a="http://schemas.openxmlformats.org/drawingml/2006/main">
            <a:off x="10877550" y="6562725"/>
            <a:ext cx="704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9EADB9"/>
                </a:solidFill>
                <a:latin typeface="DejaVu Sans"/>
                <a:ea typeface="DejaVu Sans"/>
                <a:cs typeface="DejaVu Sans"/>
              </a:defRPr>
            </a:defPPr>
            <a:lvl1pPr algn="r">
              <a:defRPr sz="1125" b="0">
                <a:solidFill>
                  <a:srgbClr val="9EADB9"/>
                </a:solidFill>
                <a:latin typeface="DejaVu Sans"/>
                <a:ea typeface="DejaVu Sans"/>
                <a:cs typeface="DejaVu Sans"/>
              </a:defRPr>
            </a:lvl1pPr>
            <a:lvl2pPr algn="r">
              <a:defRPr sz="1125" b="0">
                <a:solidFill>
                  <a:srgbClr val="9EADB9"/>
                </a:solidFill>
                <a:latin typeface="DejaVu Sans"/>
                <a:ea typeface="DejaVu Sans"/>
                <a:cs typeface="DejaVu Sans"/>
              </a:defRPr>
            </a:lvl2pPr>
            <a:lvl3pPr algn="r">
              <a:defRPr sz="1125" b="0">
                <a:solidFill>
                  <a:srgbClr val="9EADB9"/>
                </a:solidFill>
                <a:latin typeface="DejaVu Sans"/>
                <a:ea typeface="DejaVu Sans"/>
                <a:cs typeface="DejaVu Sans"/>
              </a:defRPr>
            </a:lvl3pPr>
            <a:lvl4pPr algn="r">
              <a:defRPr sz="1125" b="0">
                <a:solidFill>
                  <a:srgbClr val="9EADB9"/>
                </a:solidFill>
                <a:latin typeface="DejaVu Sans"/>
                <a:ea typeface="DejaVu Sans"/>
                <a:cs typeface="DejaVu Sans"/>
              </a:defRPr>
            </a:lvl4pPr>
            <a:lvl5pPr algn="r">
              <a:defRPr sz="1125" b="0">
                <a:solidFill>
                  <a:srgbClr val="9EADB9"/>
                </a:solidFill>
                <a:latin typeface="DejaVu Sans"/>
                <a:ea typeface="DejaVu Sans"/>
                <a:cs typeface="DejaVu Sans"/>
              </a:defRPr>
            </a:lvl5pPr>
            <a:lvl6pPr algn="r">
              <a:defRPr sz="1125" b="0">
                <a:solidFill>
                  <a:srgbClr val="9EADB9"/>
                </a:solidFill>
                <a:latin typeface="DejaVu Sans"/>
                <a:ea typeface="DejaVu Sans"/>
                <a:cs typeface="DejaVu Sans"/>
              </a:defRPr>
            </a:lvl6pPr>
            <a:lvl7pPr algn="r">
              <a:defRPr sz="1125" b="0">
                <a:solidFill>
                  <a:srgbClr val="9EADB9"/>
                </a:solidFill>
                <a:latin typeface="DejaVu Sans"/>
                <a:ea typeface="DejaVu Sans"/>
                <a:cs typeface="DejaVu Sans"/>
              </a:defRPr>
            </a:lvl7pPr>
            <a:lvl8pPr algn="r">
              <a:defRPr sz="1125" b="0">
                <a:solidFill>
                  <a:srgbClr val="9EADB9"/>
                </a:solidFill>
                <a:latin typeface="DejaVu Sans"/>
                <a:ea typeface="DejaVu Sans"/>
                <a:cs typeface="DejaVu Sans"/>
              </a:defRPr>
            </a:lvl8pPr>
            <a:lvl9pPr algn="r">
              <a:defRPr sz="1125" b="0">
                <a:solidFill>
                  <a:srgbClr val="9EADB9"/>
                </a:solidFill>
                <a:latin typeface="DejaVu Sans"/>
                <a:ea typeface="DejaVu Sans"/>
                <a:cs typeface="DejaVu Sans"/>
              </a:defRPr>
            </a:lvl9pPr>
          </a:lstStyle>
          <a:p xmlns:a="http://schemas.openxmlformats.org/drawingml/2006/main">
            <a:pPr algn="r">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09/12</a:t>
            </a:r>
          </a:p>
        </p:txBody>
      </p:sp>
    </p:spTree>
    <p:extLst>
      <p:ext uri="{BB962C8B-B14F-4D97-AF65-F5344CB8AC3E}">
        <p14:creationId xmlns:p14="http://schemas.microsoft.com/office/powerpoint/2010/main" val="1155161758"/>
      </p:ext>
    </p:extLst>
  </p:cSld>
</p:sld>
</file>

<file path=ppt/slides/slide10.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7" name="text-46">
            <a:extLst xmlns:a="http://schemas.openxmlformats.org/drawingml/2006/main">
              <a:ext uri="{FF2B5EF4-FFF2-40B4-BE49-F238E27FC236}">
                <a16:creationId xmlns:a16="http://schemas.microsoft.com/office/drawing/2014/main" id="{F59FA98F-4CBB-4A8B-A714-F6B8C7620278}"/>
              </a:ext>
            </a:extLst>
          </p:cNvPr>
          <p:cNvSpPr>
            <a:spLocks xmlns:a="http://schemas.openxmlformats.org/drawingml/2006/main" noGrp="1"/>
          </p:cNvSpPr>
          <p:nvPr/>
        </p:nvSpPr>
        <p:spPr>
          <a:xfrm xmlns:a="http://schemas.openxmlformats.org/drawingml/2006/main">
            <a:off x="609600" y="4095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5F7FA"/>
                </a:solidFill>
                <a:latin typeface="DejaVu Sans"/>
                <a:ea typeface="DejaVu Sans"/>
                <a:cs typeface="DejaVu Sans"/>
              </a:defRPr>
            </a:defPPr>
            <a:lvl1pPr algn="l">
              <a:defRPr sz="3225" b="1">
                <a:solidFill>
                  <a:srgbClr val="F5F7FA"/>
                </a:solidFill>
                <a:latin typeface="DejaVu Sans"/>
                <a:ea typeface="DejaVu Sans"/>
                <a:cs typeface="DejaVu Sans"/>
              </a:defRPr>
            </a:lvl1pPr>
            <a:lvl2pPr algn="l">
              <a:defRPr sz="3225" b="1">
                <a:solidFill>
                  <a:srgbClr val="F5F7FA"/>
                </a:solidFill>
                <a:latin typeface="DejaVu Sans"/>
                <a:ea typeface="DejaVu Sans"/>
                <a:cs typeface="DejaVu Sans"/>
              </a:defRPr>
            </a:lvl2pPr>
            <a:lvl3pPr algn="l">
              <a:defRPr sz="3225" b="1">
                <a:solidFill>
                  <a:srgbClr val="F5F7FA"/>
                </a:solidFill>
                <a:latin typeface="DejaVu Sans"/>
                <a:ea typeface="DejaVu Sans"/>
                <a:cs typeface="DejaVu Sans"/>
              </a:defRPr>
            </a:lvl3pPr>
            <a:lvl4pPr algn="l">
              <a:defRPr sz="3225" b="1">
                <a:solidFill>
                  <a:srgbClr val="F5F7FA"/>
                </a:solidFill>
                <a:latin typeface="DejaVu Sans"/>
                <a:ea typeface="DejaVu Sans"/>
                <a:cs typeface="DejaVu Sans"/>
              </a:defRPr>
            </a:lvl4pPr>
            <a:lvl5pPr algn="l">
              <a:defRPr sz="3225" b="1">
                <a:solidFill>
                  <a:srgbClr val="F5F7FA"/>
                </a:solidFill>
                <a:latin typeface="DejaVu Sans"/>
                <a:ea typeface="DejaVu Sans"/>
                <a:cs typeface="DejaVu Sans"/>
              </a:defRPr>
            </a:lvl5pPr>
            <a:lvl6pPr algn="l">
              <a:defRPr sz="3225" b="1">
                <a:solidFill>
                  <a:srgbClr val="F5F7FA"/>
                </a:solidFill>
                <a:latin typeface="DejaVu Sans"/>
                <a:ea typeface="DejaVu Sans"/>
                <a:cs typeface="DejaVu Sans"/>
              </a:defRPr>
            </a:lvl6pPr>
            <a:lvl7pPr algn="l">
              <a:defRPr sz="3225" b="1">
                <a:solidFill>
                  <a:srgbClr val="F5F7FA"/>
                </a:solidFill>
                <a:latin typeface="DejaVu Sans"/>
                <a:ea typeface="DejaVu Sans"/>
                <a:cs typeface="DejaVu Sans"/>
              </a:defRPr>
            </a:lvl7pPr>
            <a:lvl8pPr algn="l">
              <a:defRPr sz="3225" b="1">
                <a:solidFill>
                  <a:srgbClr val="F5F7FA"/>
                </a:solidFill>
                <a:latin typeface="DejaVu Sans"/>
                <a:ea typeface="DejaVu Sans"/>
                <a:cs typeface="DejaVu Sans"/>
              </a:defRPr>
            </a:lvl8pPr>
            <a:lvl9pPr algn="l">
              <a:defRPr sz="3225" b="1">
                <a:solidFill>
                  <a:srgbClr val="F5F7FA"/>
                </a:solidFill>
                <a:latin typeface="DejaVu Sans"/>
                <a:ea typeface="DejaVu Sans"/>
                <a:cs typeface="DejaVu Sans"/>
              </a:defRPr>
            </a:lvl9pPr>
          </a:lstStyle>
          <a:p xmlns:a="http://schemas.openxmlformats.org/drawingml/2006/main">
            <a:pPr algn="l">
              <a:lnSpc>
                <a:spcPct val="104000"/>
              </a:lnSpc>
              <a:buNone/>
              <a:defRPr sz="3225" b="1">
                <a:solidFill>
                  <a:srgbClr val="F5F7FA"/>
                </a:solidFill>
                <a:latin typeface="DejaVu Sans"/>
                <a:ea typeface="DejaVu Sans"/>
                <a:cs typeface="DejaVu Sans"/>
              </a:defRPr>
            </a:pPr>
            <a:r>
              <a:rPr sz="3225" b="1">
                <a:solidFill>
                  <a:srgbClr val="F5F7FA"/>
                </a:solidFill>
                <a:latin typeface="DejaVu Sans"/>
                <a:ea typeface="DejaVu Sans"/>
                <a:cs typeface="DejaVu Sans"/>
              </a:rPr>
              <a:t>Demo pembelian melalui Postman</a:t>
            </a:r>
          </a:p>
        </p:txBody>
      </p:sp>
      <p:sp>
        <p:nvSpPr>
          <p:cNvPr id="2" name="text-47">
            <a:extLst xmlns:a="http://schemas.openxmlformats.org/drawingml/2006/main">
              <a:ext uri="{FF2B5EF4-FFF2-40B4-BE49-F238E27FC236}">
                <a16:creationId xmlns:a16="http://schemas.microsoft.com/office/drawing/2014/main" id="{8D78815F-A5F7-4047-A1B0-45298DB86C64}"/>
              </a:ext>
            </a:extLst>
          </p:cNvPr>
          <p:cNvSpPr>
            <a:spLocks xmlns:a="http://schemas.openxmlformats.org/drawingml/2006/main" noGrp="1"/>
          </p:cNvSpPr>
          <p:nvPr/>
        </p:nvSpPr>
        <p:spPr>
          <a:xfrm xmlns:a="http://schemas.openxmlformats.org/drawingml/2006/main">
            <a:off x="609600" y="115252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3E8"/>
                </a:solidFill>
                <a:latin typeface="DejaVu Sans"/>
                <a:ea typeface="DejaVu Sans"/>
                <a:cs typeface="DejaVu Sans"/>
              </a:defRPr>
            </a:defPPr>
            <a:lvl1pPr algn="l">
              <a:defRPr sz="1875" b="0">
                <a:solidFill>
                  <a:srgbClr val="DDE3E8"/>
                </a:solidFill>
                <a:latin typeface="DejaVu Sans"/>
                <a:ea typeface="DejaVu Sans"/>
                <a:cs typeface="DejaVu Sans"/>
              </a:defRPr>
            </a:lvl1pPr>
            <a:lvl2pPr algn="l">
              <a:defRPr sz="1875" b="0">
                <a:solidFill>
                  <a:srgbClr val="DDE3E8"/>
                </a:solidFill>
                <a:latin typeface="DejaVu Sans"/>
                <a:ea typeface="DejaVu Sans"/>
                <a:cs typeface="DejaVu Sans"/>
              </a:defRPr>
            </a:lvl2pPr>
            <a:lvl3pPr algn="l">
              <a:defRPr sz="1875" b="0">
                <a:solidFill>
                  <a:srgbClr val="DDE3E8"/>
                </a:solidFill>
                <a:latin typeface="DejaVu Sans"/>
                <a:ea typeface="DejaVu Sans"/>
                <a:cs typeface="DejaVu Sans"/>
              </a:defRPr>
            </a:lvl3pPr>
            <a:lvl4pPr algn="l">
              <a:defRPr sz="1875" b="0">
                <a:solidFill>
                  <a:srgbClr val="DDE3E8"/>
                </a:solidFill>
                <a:latin typeface="DejaVu Sans"/>
                <a:ea typeface="DejaVu Sans"/>
                <a:cs typeface="DejaVu Sans"/>
              </a:defRPr>
            </a:lvl4pPr>
            <a:lvl5pPr algn="l">
              <a:defRPr sz="1875" b="0">
                <a:solidFill>
                  <a:srgbClr val="DDE3E8"/>
                </a:solidFill>
                <a:latin typeface="DejaVu Sans"/>
                <a:ea typeface="DejaVu Sans"/>
                <a:cs typeface="DejaVu Sans"/>
              </a:defRPr>
            </a:lvl5pPr>
            <a:lvl6pPr algn="l">
              <a:defRPr sz="1875" b="0">
                <a:solidFill>
                  <a:srgbClr val="DDE3E8"/>
                </a:solidFill>
                <a:latin typeface="DejaVu Sans"/>
                <a:ea typeface="DejaVu Sans"/>
                <a:cs typeface="DejaVu Sans"/>
              </a:defRPr>
            </a:lvl6pPr>
            <a:lvl7pPr algn="l">
              <a:defRPr sz="1875" b="0">
                <a:solidFill>
                  <a:srgbClr val="DDE3E8"/>
                </a:solidFill>
                <a:latin typeface="DejaVu Sans"/>
                <a:ea typeface="DejaVu Sans"/>
                <a:cs typeface="DejaVu Sans"/>
              </a:defRPr>
            </a:lvl7pPr>
            <a:lvl8pPr algn="l">
              <a:defRPr sz="1875" b="0">
                <a:solidFill>
                  <a:srgbClr val="DDE3E8"/>
                </a:solidFill>
                <a:latin typeface="DejaVu Sans"/>
                <a:ea typeface="DejaVu Sans"/>
                <a:cs typeface="DejaVu Sans"/>
              </a:defRPr>
            </a:lvl8pPr>
            <a:lvl9pPr algn="l">
              <a:defRPr sz="1875" b="0">
                <a:solidFill>
                  <a:srgbClr val="DDE3E8"/>
                </a:solidFill>
                <a:latin typeface="DejaVu Sans"/>
                <a:ea typeface="DejaVu Sans"/>
                <a:cs typeface="DejaVu Sans"/>
              </a:defRPr>
            </a:lvl9pPr>
          </a:lstStyle>
          <a:p xmlns:a="http://schemas.openxmlformats.org/drawingml/2006/main">
            <a:pPr algn="l">
              <a:lnSpc>
                <a:spcPct val="104000"/>
              </a:lnSpc>
              <a:buNone/>
              <a:defRPr sz="1875" b="0">
                <a:solidFill>
                  <a:srgbClr val="DDE3E8"/>
                </a:solidFill>
                <a:latin typeface="DejaVu Sans"/>
                <a:ea typeface="DejaVu Sans"/>
                <a:cs typeface="DejaVu Sans"/>
              </a:defRPr>
            </a:pPr>
            <a:r>
              <a:rPr sz="1875" b="0">
                <a:solidFill>
                  <a:srgbClr val="DDE3E8"/>
                </a:solidFill>
                <a:latin typeface="DejaVu Sans"/>
                <a:ea typeface="DejaVu Sans"/>
                <a:cs typeface="DejaVu Sans"/>
              </a:rPr>
              <a:t>Koleksi baru menyimpan token, key dan ID invoice secara otomatis.</a:t>
            </a:r>
          </a:p>
        </p:txBody>
      </p:sp>
      <p:graphicFrame>
        <p:nvGraphicFramePr>
          <p:cNvPr id="3" name="">
            <a:extLst xmlns:a="http://schemas.openxmlformats.org/drawingml/2006/main">
              <a:ext uri="{FF2B5EF4-FFF2-40B4-BE49-F238E27FC236}">
                <a16:creationId xmlns:a16="http://schemas.microsoft.com/office/drawing/2014/main" id="{5303B3B2-717A-4476-9F83-43B8F6102321}"/>
              </a:ext>
            </a:extLst>
          </p:cNvPr>
          <p:cNvGraphicFramePr/>
          <p:nvPr/>
        </p:nvGraphicFramePr>
        <p:xfrm>
          <a:off xmlns:a="http://schemas.openxmlformats.org/drawingml/2006/main" x="609600" y="1762125"/>
          <a:ext xmlns:a="http://schemas.openxmlformats.org/drawingml/2006/main" cx="10972800" cy="3905250"/>
        </p:xfrm>
        <a:graphic xmlns:a="http://schemas.openxmlformats.org/drawingml/2006/main">
          <a:graphicData uri="http://schemas.openxmlformats.org/drawingml/2006/table">
            <a:tbl>
              <a:tblPr firstRow="0" firstCol="0" bandRow="0"/>
              <a:tblGrid>
                <a:gridCol w="4476750"/>
                <a:gridCol w="6496050"/>
              </a:tblGrid>
              <a:tr h="476250">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Bagian kode</a:t>
                      </a:r>
                    </a:p>
                  </a:txBody>
                  <a:tcPr marL="91440" marR="91440" marT="45720" marB="45720" anchor="ctr">
                    <a:lnL w="9525">
                      <a:solidFill>
                        <a:srgbClr val="34414C"/>
                      </a:solidFill>
                      <a:prstDash val="solid"/>
                    </a:lnL>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Pekerjaannya</a:t>
                      </a:r>
                    </a:p>
                  </a:txBody>
                  <a:tcPr marL="91440" marR="91440" marT="45720" marB="45720" anchor="ctr">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plans</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Menampilkan Basic dan harga Premium kepada</a:t>
                      </a:r>
                    </a:p>
                    <a:p>
                      <a:pPr algn="l">
                        <a:lnSpc>
                          <a:spcPct val="100000"/>
                        </a:lnSpc>
                        <a:buNone/>
                      </a:pPr>
                      <a:r>
                        <a:rPr sz="1950" b="0">
                          <a:solidFill>
                            <a:srgbClr val="DDE3E8"/>
                          </a:solidFill>
                          <a:latin typeface="DejaVu Sans"/>
                          <a:ea typeface="DejaVu Sans"/>
                          <a:cs typeface="DejaVu Sans"/>
                        </a:rPr>
                        <a:t>pelanggan.</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checkout</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Menerima pilihan Premium, membuat invoice</a:t>
                      </a:r>
                    </a:p>
                    <a:p>
                      <a:pPr algn="l">
                        <a:lnSpc>
                          <a:spcPct val="100000"/>
                        </a:lnSpc>
                        <a:buNone/>
                      </a:pPr>
                      <a:r>
                        <a:rPr sz="1950" b="0">
                          <a:solidFill>
                            <a:srgbClr val="DDE3E8"/>
                          </a:solidFill>
                          <a:latin typeface="DejaVu Sans"/>
                          <a:ea typeface="DejaVu Sans"/>
                          <a:cs typeface="DejaVu Sans"/>
                        </a:rPr>
                        <a:t>pending.</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confirm</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Menerima konfirmasi simulasi dari admin.</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analitik</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Melayani key pelanggan yang sudah</a:t>
                      </a:r>
                    </a:p>
                    <a:p>
                      <a:pPr algn="l">
                        <a:lnSpc>
                          <a:spcPct val="100000"/>
                        </a:lnSpc>
                        <a:buNone/>
                      </a:pPr>
                      <a:r>
                        <a:rPr sz="1950" b="0">
                          <a:solidFill>
                            <a:srgbClr val="DDE3E8"/>
                          </a:solidFill>
                          <a:latin typeface="DejaVu Sans"/>
                          <a:ea typeface="DejaVu Sans"/>
                          <a:cs typeface="DejaVu Sans"/>
                        </a:rPr>
                        <a:t>mempunyai Premium aktif.</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bl>
          </a:graphicData>
        </a:graphic>
      </p:graphicFrame>
      <p:sp>
        <p:nvSpPr>
          <p:cNvPr id="4" name="text-48">
            <a:extLst xmlns:a="http://schemas.openxmlformats.org/drawingml/2006/main">
              <a:ext uri="{FF2B5EF4-FFF2-40B4-BE49-F238E27FC236}">
                <a16:creationId xmlns:a16="http://schemas.microsoft.com/office/drawing/2014/main" id="{1C83C761-B56B-4951-B69A-C325FE56A4BF}"/>
              </a:ext>
            </a:extLst>
          </p:cNvPr>
          <p:cNvSpPr>
            <a:spLocks xmlns:a="http://schemas.openxmlformats.org/drawingml/2006/main" noGrp="1"/>
          </p:cNvSpPr>
          <p:nvPr/>
        </p:nvSpPr>
        <p:spPr>
          <a:xfrm xmlns:a="http://schemas.openxmlformats.org/drawingml/2006/main">
            <a:off x="609600" y="592455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87E5D0"/>
                </a:solidFill>
                <a:latin typeface="DejaVu Sans"/>
                <a:ea typeface="DejaVu Sans"/>
                <a:cs typeface="DejaVu Sans"/>
              </a:defRPr>
            </a:defPPr>
            <a:lvl1pPr algn="l">
              <a:defRPr sz="1950" b="0">
                <a:solidFill>
                  <a:srgbClr val="87E5D0"/>
                </a:solidFill>
                <a:latin typeface="DejaVu Sans"/>
                <a:ea typeface="DejaVu Sans"/>
                <a:cs typeface="DejaVu Sans"/>
              </a:defRPr>
            </a:lvl1pPr>
            <a:lvl2pPr algn="l">
              <a:defRPr sz="1950" b="0">
                <a:solidFill>
                  <a:srgbClr val="87E5D0"/>
                </a:solidFill>
                <a:latin typeface="DejaVu Sans"/>
                <a:ea typeface="DejaVu Sans"/>
                <a:cs typeface="DejaVu Sans"/>
              </a:defRPr>
            </a:lvl2pPr>
            <a:lvl3pPr algn="l">
              <a:defRPr sz="1950" b="0">
                <a:solidFill>
                  <a:srgbClr val="87E5D0"/>
                </a:solidFill>
                <a:latin typeface="DejaVu Sans"/>
                <a:ea typeface="DejaVu Sans"/>
                <a:cs typeface="DejaVu Sans"/>
              </a:defRPr>
            </a:lvl3pPr>
            <a:lvl4pPr algn="l">
              <a:defRPr sz="1950" b="0">
                <a:solidFill>
                  <a:srgbClr val="87E5D0"/>
                </a:solidFill>
                <a:latin typeface="DejaVu Sans"/>
                <a:ea typeface="DejaVu Sans"/>
                <a:cs typeface="DejaVu Sans"/>
              </a:defRPr>
            </a:lvl4pPr>
            <a:lvl5pPr algn="l">
              <a:defRPr sz="1950" b="0">
                <a:solidFill>
                  <a:srgbClr val="87E5D0"/>
                </a:solidFill>
                <a:latin typeface="DejaVu Sans"/>
                <a:ea typeface="DejaVu Sans"/>
                <a:cs typeface="DejaVu Sans"/>
              </a:defRPr>
            </a:lvl5pPr>
            <a:lvl6pPr algn="l">
              <a:defRPr sz="1950" b="0">
                <a:solidFill>
                  <a:srgbClr val="87E5D0"/>
                </a:solidFill>
                <a:latin typeface="DejaVu Sans"/>
                <a:ea typeface="DejaVu Sans"/>
                <a:cs typeface="DejaVu Sans"/>
              </a:defRPr>
            </a:lvl6pPr>
            <a:lvl7pPr algn="l">
              <a:defRPr sz="1950" b="0">
                <a:solidFill>
                  <a:srgbClr val="87E5D0"/>
                </a:solidFill>
                <a:latin typeface="DejaVu Sans"/>
                <a:ea typeface="DejaVu Sans"/>
                <a:cs typeface="DejaVu Sans"/>
              </a:defRPr>
            </a:lvl7pPr>
            <a:lvl8pPr algn="l">
              <a:defRPr sz="1950" b="0">
                <a:solidFill>
                  <a:srgbClr val="87E5D0"/>
                </a:solidFill>
                <a:latin typeface="DejaVu Sans"/>
                <a:ea typeface="DejaVu Sans"/>
                <a:cs typeface="DejaVu Sans"/>
              </a:defRPr>
            </a:lvl8pPr>
            <a:lvl9pPr algn="l">
              <a:defRPr sz="1950" b="0">
                <a:solidFill>
                  <a:srgbClr val="87E5D0"/>
                </a:solidFill>
                <a:latin typeface="DejaVu Sans"/>
                <a:ea typeface="DejaVu Sans"/>
                <a:cs typeface="DejaVu Sans"/>
              </a:defRPr>
            </a:lvl9pPr>
          </a:lstStyle>
          <a:p xmlns:a="http://schemas.openxmlformats.org/drawingml/2006/main">
            <a:pPr algn="l">
              <a:lnSpc>
                <a:spcPct val="104000"/>
              </a:lnSpc>
              <a:buNone/>
              <a:defRPr sz="1950" b="0">
                <a:solidFill>
                  <a:srgbClr val="87E5D0"/>
                </a:solidFill>
                <a:latin typeface="DejaVu Sans"/>
                <a:ea typeface="DejaVu Sans"/>
                <a:cs typeface="DejaVu Sans"/>
              </a:defRPr>
            </a:pPr>
            <a:r>
              <a:rPr sz="1950" b="0">
                <a:solidFill>
                  <a:srgbClr val="87E5D0"/>
                </a:solidFill>
                <a:latin typeface="DejaVu Sans"/>
                <a:ea typeface="DejaVu Sans"/>
                <a:cs typeface="DejaVu Sans"/>
              </a:rPr>
              <a:t>Jalankan 46 request berurutan. Pending mendapat 403; setelah paid mendapat 200.</a:t>
            </a:r>
          </a:p>
        </p:txBody>
      </p:sp>
      <p:sp>
        <p:nvSpPr>
          <p:cNvPr id="5" name="text-49">
            <a:extLst xmlns:a="http://schemas.openxmlformats.org/drawingml/2006/main">
              <a:ext uri="{FF2B5EF4-FFF2-40B4-BE49-F238E27FC236}">
                <a16:creationId xmlns:a16="http://schemas.microsoft.com/office/drawing/2014/main" id="{AB053BAA-4630-4E9B-B2C0-6C3D44A98DDB}"/>
              </a:ext>
            </a:extLst>
          </p:cNvPr>
          <p:cNvSpPr>
            <a:spLocks xmlns:a="http://schemas.openxmlformats.org/drawingml/2006/main" noGrp="1"/>
          </p:cNvSpPr>
          <p:nvPr/>
        </p:nvSpPr>
        <p:spPr>
          <a:xfrm xmlns:a="http://schemas.openxmlformats.org/drawingml/2006/main">
            <a:off x="609600" y="6562725"/>
            <a:ext cx="1005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EADB9"/>
                </a:solidFill>
                <a:latin typeface="DejaVu Sans"/>
                <a:ea typeface="DejaVu Sans"/>
                <a:cs typeface="DejaVu Sans"/>
              </a:defRPr>
            </a:defPPr>
            <a:lvl1pPr algn="l">
              <a:defRPr sz="1125" b="0">
                <a:solidFill>
                  <a:srgbClr val="9EADB9"/>
                </a:solidFill>
                <a:latin typeface="DejaVu Sans"/>
                <a:ea typeface="DejaVu Sans"/>
                <a:cs typeface="DejaVu Sans"/>
              </a:defRPr>
            </a:lvl1pPr>
            <a:lvl2pPr algn="l">
              <a:defRPr sz="1125" b="0">
                <a:solidFill>
                  <a:srgbClr val="9EADB9"/>
                </a:solidFill>
                <a:latin typeface="DejaVu Sans"/>
                <a:ea typeface="DejaVu Sans"/>
                <a:cs typeface="DejaVu Sans"/>
              </a:defRPr>
            </a:lvl2pPr>
            <a:lvl3pPr algn="l">
              <a:defRPr sz="1125" b="0">
                <a:solidFill>
                  <a:srgbClr val="9EADB9"/>
                </a:solidFill>
                <a:latin typeface="DejaVu Sans"/>
                <a:ea typeface="DejaVu Sans"/>
                <a:cs typeface="DejaVu Sans"/>
              </a:defRPr>
            </a:lvl3pPr>
            <a:lvl4pPr algn="l">
              <a:defRPr sz="1125" b="0">
                <a:solidFill>
                  <a:srgbClr val="9EADB9"/>
                </a:solidFill>
                <a:latin typeface="DejaVu Sans"/>
                <a:ea typeface="DejaVu Sans"/>
                <a:cs typeface="DejaVu Sans"/>
              </a:defRPr>
            </a:lvl4pPr>
            <a:lvl5pPr algn="l">
              <a:defRPr sz="1125" b="0">
                <a:solidFill>
                  <a:srgbClr val="9EADB9"/>
                </a:solidFill>
                <a:latin typeface="DejaVu Sans"/>
                <a:ea typeface="DejaVu Sans"/>
                <a:cs typeface="DejaVu Sans"/>
              </a:defRPr>
            </a:lvl5pPr>
            <a:lvl6pPr algn="l">
              <a:defRPr sz="1125" b="0">
                <a:solidFill>
                  <a:srgbClr val="9EADB9"/>
                </a:solidFill>
                <a:latin typeface="DejaVu Sans"/>
                <a:ea typeface="DejaVu Sans"/>
                <a:cs typeface="DejaVu Sans"/>
              </a:defRPr>
            </a:lvl6pPr>
            <a:lvl7pPr algn="l">
              <a:defRPr sz="1125" b="0">
                <a:solidFill>
                  <a:srgbClr val="9EADB9"/>
                </a:solidFill>
                <a:latin typeface="DejaVu Sans"/>
                <a:ea typeface="DejaVu Sans"/>
                <a:cs typeface="DejaVu Sans"/>
              </a:defRPr>
            </a:lvl7pPr>
            <a:lvl8pPr algn="l">
              <a:defRPr sz="1125" b="0">
                <a:solidFill>
                  <a:srgbClr val="9EADB9"/>
                </a:solidFill>
                <a:latin typeface="DejaVu Sans"/>
                <a:ea typeface="DejaVu Sans"/>
                <a:cs typeface="DejaVu Sans"/>
              </a:defRPr>
            </a:lvl8pPr>
            <a:lvl9pPr algn="l">
              <a:defRPr sz="1125" b="0">
                <a:solidFill>
                  <a:srgbClr val="9EADB9"/>
                </a:solidFill>
                <a:latin typeface="DejaVu Sans"/>
                <a:ea typeface="DejaVu Sans"/>
                <a:cs typeface="DejaVu Sans"/>
              </a:defRPr>
            </a:lvl9pPr>
          </a:lstStyle>
          <a:p xmlns:a="http://schemas.openxmlformats.org/drawingml/2006/main">
            <a:pPr algn="l">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Rafael 1/3   Kode: src/controllers/billing.js, src/controllers/partner.js</a:t>
            </a:r>
          </a:p>
        </p:txBody>
      </p:sp>
      <p:sp>
        <p:nvSpPr>
          <p:cNvPr id="6" name="text-50">
            <a:extLst xmlns:a="http://schemas.openxmlformats.org/drawingml/2006/main">
              <a:ext uri="{FF2B5EF4-FFF2-40B4-BE49-F238E27FC236}">
                <a16:creationId xmlns:a16="http://schemas.microsoft.com/office/drawing/2014/main" id="{6F283556-0B1E-4B70-88DB-0F8EA933C9E0}"/>
              </a:ext>
            </a:extLst>
          </p:cNvPr>
          <p:cNvSpPr>
            <a:spLocks xmlns:a="http://schemas.openxmlformats.org/drawingml/2006/main" noGrp="1"/>
          </p:cNvSpPr>
          <p:nvPr/>
        </p:nvSpPr>
        <p:spPr>
          <a:xfrm xmlns:a="http://schemas.openxmlformats.org/drawingml/2006/main">
            <a:off x="10877550" y="6562725"/>
            <a:ext cx="704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9EADB9"/>
                </a:solidFill>
                <a:latin typeface="DejaVu Sans"/>
                <a:ea typeface="DejaVu Sans"/>
                <a:cs typeface="DejaVu Sans"/>
              </a:defRPr>
            </a:defPPr>
            <a:lvl1pPr algn="r">
              <a:defRPr sz="1125" b="0">
                <a:solidFill>
                  <a:srgbClr val="9EADB9"/>
                </a:solidFill>
                <a:latin typeface="DejaVu Sans"/>
                <a:ea typeface="DejaVu Sans"/>
                <a:cs typeface="DejaVu Sans"/>
              </a:defRPr>
            </a:lvl1pPr>
            <a:lvl2pPr algn="r">
              <a:defRPr sz="1125" b="0">
                <a:solidFill>
                  <a:srgbClr val="9EADB9"/>
                </a:solidFill>
                <a:latin typeface="DejaVu Sans"/>
                <a:ea typeface="DejaVu Sans"/>
                <a:cs typeface="DejaVu Sans"/>
              </a:defRPr>
            </a:lvl2pPr>
            <a:lvl3pPr algn="r">
              <a:defRPr sz="1125" b="0">
                <a:solidFill>
                  <a:srgbClr val="9EADB9"/>
                </a:solidFill>
                <a:latin typeface="DejaVu Sans"/>
                <a:ea typeface="DejaVu Sans"/>
                <a:cs typeface="DejaVu Sans"/>
              </a:defRPr>
            </a:lvl3pPr>
            <a:lvl4pPr algn="r">
              <a:defRPr sz="1125" b="0">
                <a:solidFill>
                  <a:srgbClr val="9EADB9"/>
                </a:solidFill>
                <a:latin typeface="DejaVu Sans"/>
                <a:ea typeface="DejaVu Sans"/>
                <a:cs typeface="DejaVu Sans"/>
              </a:defRPr>
            </a:lvl4pPr>
            <a:lvl5pPr algn="r">
              <a:defRPr sz="1125" b="0">
                <a:solidFill>
                  <a:srgbClr val="9EADB9"/>
                </a:solidFill>
                <a:latin typeface="DejaVu Sans"/>
                <a:ea typeface="DejaVu Sans"/>
                <a:cs typeface="DejaVu Sans"/>
              </a:defRPr>
            </a:lvl5pPr>
            <a:lvl6pPr algn="r">
              <a:defRPr sz="1125" b="0">
                <a:solidFill>
                  <a:srgbClr val="9EADB9"/>
                </a:solidFill>
                <a:latin typeface="DejaVu Sans"/>
                <a:ea typeface="DejaVu Sans"/>
                <a:cs typeface="DejaVu Sans"/>
              </a:defRPr>
            </a:lvl6pPr>
            <a:lvl7pPr algn="r">
              <a:defRPr sz="1125" b="0">
                <a:solidFill>
                  <a:srgbClr val="9EADB9"/>
                </a:solidFill>
                <a:latin typeface="DejaVu Sans"/>
                <a:ea typeface="DejaVu Sans"/>
                <a:cs typeface="DejaVu Sans"/>
              </a:defRPr>
            </a:lvl7pPr>
            <a:lvl8pPr algn="r">
              <a:defRPr sz="1125" b="0">
                <a:solidFill>
                  <a:srgbClr val="9EADB9"/>
                </a:solidFill>
                <a:latin typeface="DejaVu Sans"/>
                <a:ea typeface="DejaVu Sans"/>
                <a:cs typeface="DejaVu Sans"/>
              </a:defRPr>
            </a:lvl8pPr>
            <a:lvl9pPr algn="r">
              <a:defRPr sz="1125" b="0">
                <a:solidFill>
                  <a:srgbClr val="9EADB9"/>
                </a:solidFill>
                <a:latin typeface="DejaVu Sans"/>
                <a:ea typeface="DejaVu Sans"/>
                <a:cs typeface="DejaVu Sans"/>
              </a:defRPr>
            </a:lvl9pPr>
          </a:lstStyle>
          <a:p xmlns:a="http://schemas.openxmlformats.org/drawingml/2006/main">
            <a:pPr algn="r">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10/12</a:t>
            </a:r>
          </a:p>
        </p:txBody>
      </p:sp>
    </p:spTree>
    <p:extLst>
      <p:ext uri="{BB962C8B-B14F-4D97-AF65-F5344CB8AC3E}">
        <p14:creationId xmlns:p14="http://schemas.microsoft.com/office/powerpoint/2010/main" val="1197927304"/>
      </p:ext>
    </p:extLst>
  </p:cSld>
</p:sld>
</file>

<file path=ppt/slides/slide1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7" name="text-51">
            <a:extLst xmlns:a="http://schemas.openxmlformats.org/drawingml/2006/main">
              <a:ext uri="{FF2B5EF4-FFF2-40B4-BE49-F238E27FC236}">
                <a16:creationId xmlns:a16="http://schemas.microsoft.com/office/drawing/2014/main" id="{6B7C15C2-EFA2-4DE4-8210-A868C26CFD35}"/>
              </a:ext>
            </a:extLst>
          </p:cNvPr>
          <p:cNvSpPr>
            <a:spLocks xmlns:a="http://schemas.openxmlformats.org/drawingml/2006/main" noGrp="1"/>
          </p:cNvSpPr>
          <p:nvPr/>
        </p:nvSpPr>
        <p:spPr>
          <a:xfrm xmlns:a="http://schemas.openxmlformats.org/drawingml/2006/main">
            <a:off x="609600" y="4095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5F7FA"/>
                </a:solidFill>
                <a:latin typeface="DejaVu Sans"/>
                <a:ea typeface="DejaVu Sans"/>
                <a:cs typeface="DejaVu Sans"/>
              </a:defRPr>
            </a:defPPr>
            <a:lvl1pPr algn="l">
              <a:defRPr sz="3225" b="1">
                <a:solidFill>
                  <a:srgbClr val="F5F7FA"/>
                </a:solidFill>
                <a:latin typeface="DejaVu Sans"/>
                <a:ea typeface="DejaVu Sans"/>
                <a:cs typeface="DejaVu Sans"/>
              </a:defRPr>
            </a:lvl1pPr>
            <a:lvl2pPr algn="l">
              <a:defRPr sz="3225" b="1">
                <a:solidFill>
                  <a:srgbClr val="F5F7FA"/>
                </a:solidFill>
                <a:latin typeface="DejaVu Sans"/>
                <a:ea typeface="DejaVu Sans"/>
                <a:cs typeface="DejaVu Sans"/>
              </a:defRPr>
            </a:lvl2pPr>
            <a:lvl3pPr algn="l">
              <a:defRPr sz="3225" b="1">
                <a:solidFill>
                  <a:srgbClr val="F5F7FA"/>
                </a:solidFill>
                <a:latin typeface="DejaVu Sans"/>
                <a:ea typeface="DejaVu Sans"/>
                <a:cs typeface="DejaVu Sans"/>
              </a:defRPr>
            </a:lvl3pPr>
            <a:lvl4pPr algn="l">
              <a:defRPr sz="3225" b="1">
                <a:solidFill>
                  <a:srgbClr val="F5F7FA"/>
                </a:solidFill>
                <a:latin typeface="DejaVu Sans"/>
                <a:ea typeface="DejaVu Sans"/>
                <a:cs typeface="DejaVu Sans"/>
              </a:defRPr>
            </a:lvl4pPr>
            <a:lvl5pPr algn="l">
              <a:defRPr sz="3225" b="1">
                <a:solidFill>
                  <a:srgbClr val="F5F7FA"/>
                </a:solidFill>
                <a:latin typeface="DejaVu Sans"/>
                <a:ea typeface="DejaVu Sans"/>
                <a:cs typeface="DejaVu Sans"/>
              </a:defRPr>
            </a:lvl5pPr>
            <a:lvl6pPr algn="l">
              <a:defRPr sz="3225" b="1">
                <a:solidFill>
                  <a:srgbClr val="F5F7FA"/>
                </a:solidFill>
                <a:latin typeface="DejaVu Sans"/>
                <a:ea typeface="DejaVu Sans"/>
                <a:cs typeface="DejaVu Sans"/>
              </a:defRPr>
            </a:lvl6pPr>
            <a:lvl7pPr algn="l">
              <a:defRPr sz="3225" b="1">
                <a:solidFill>
                  <a:srgbClr val="F5F7FA"/>
                </a:solidFill>
                <a:latin typeface="DejaVu Sans"/>
                <a:ea typeface="DejaVu Sans"/>
                <a:cs typeface="DejaVu Sans"/>
              </a:defRPr>
            </a:lvl7pPr>
            <a:lvl8pPr algn="l">
              <a:defRPr sz="3225" b="1">
                <a:solidFill>
                  <a:srgbClr val="F5F7FA"/>
                </a:solidFill>
                <a:latin typeface="DejaVu Sans"/>
                <a:ea typeface="DejaVu Sans"/>
                <a:cs typeface="DejaVu Sans"/>
              </a:defRPr>
            </a:lvl8pPr>
            <a:lvl9pPr algn="l">
              <a:defRPr sz="3225" b="1">
                <a:solidFill>
                  <a:srgbClr val="F5F7FA"/>
                </a:solidFill>
                <a:latin typeface="DejaVu Sans"/>
                <a:ea typeface="DejaVu Sans"/>
                <a:cs typeface="DejaVu Sans"/>
              </a:defRPr>
            </a:lvl9pPr>
          </a:lstStyle>
          <a:p xmlns:a="http://schemas.openxmlformats.org/drawingml/2006/main">
            <a:pPr algn="l">
              <a:lnSpc>
                <a:spcPct val="104000"/>
              </a:lnSpc>
              <a:buNone/>
              <a:defRPr sz="3225" b="1">
                <a:solidFill>
                  <a:srgbClr val="F5F7FA"/>
                </a:solidFill>
                <a:latin typeface="DejaVu Sans"/>
                <a:ea typeface="DejaVu Sans"/>
                <a:cs typeface="DejaVu Sans"/>
              </a:defRPr>
            </a:pPr>
            <a:r>
              <a:rPr sz="3225" b="1">
                <a:solidFill>
                  <a:srgbClr val="F5F7FA"/>
                </a:solidFill>
                <a:latin typeface="DejaVu Sans"/>
                <a:ea typeface="DejaVu Sans"/>
                <a:cs typeface="DejaVu Sans"/>
              </a:rPr>
              <a:t>Data yang diterima pelanggan</a:t>
            </a:r>
          </a:p>
        </p:txBody>
      </p:sp>
      <p:sp>
        <p:nvSpPr>
          <p:cNvPr id="2" name="text-52">
            <a:extLst xmlns:a="http://schemas.openxmlformats.org/drawingml/2006/main">
              <a:ext uri="{FF2B5EF4-FFF2-40B4-BE49-F238E27FC236}">
                <a16:creationId xmlns:a16="http://schemas.microsoft.com/office/drawing/2014/main" id="{40267ADF-C84F-4D12-BDF4-4DA8C19411C2}"/>
              </a:ext>
            </a:extLst>
          </p:cNvPr>
          <p:cNvSpPr>
            <a:spLocks xmlns:a="http://schemas.openxmlformats.org/drawingml/2006/main" noGrp="1"/>
          </p:cNvSpPr>
          <p:nvPr/>
        </p:nvSpPr>
        <p:spPr>
          <a:xfrm xmlns:a="http://schemas.openxmlformats.org/drawingml/2006/main">
            <a:off x="609600" y="115252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3E8"/>
                </a:solidFill>
                <a:latin typeface="DejaVu Sans"/>
                <a:ea typeface="DejaVu Sans"/>
                <a:cs typeface="DejaVu Sans"/>
              </a:defRPr>
            </a:defPPr>
            <a:lvl1pPr algn="l">
              <a:defRPr sz="1875" b="0">
                <a:solidFill>
                  <a:srgbClr val="DDE3E8"/>
                </a:solidFill>
                <a:latin typeface="DejaVu Sans"/>
                <a:ea typeface="DejaVu Sans"/>
                <a:cs typeface="DejaVu Sans"/>
              </a:defRPr>
            </a:lvl1pPr>
            <a:lvl2pPr algn="l">
              <a:defRPr sz="1875" b="0">
                <a:solidFill>
                  <a:srgbClr val="DDE3E8"/>
                </a:solidFill>
                <a:latin typeface="DejaVu Sans"/>
                <a:ea typeface="DejaVu Sans"/>
                <a:cs typeface="DejaVu Sans"/>
              </a:defRPr>
            </a:lvl2pPr>
            <a:lvl3pPr algn="l">
              <a:defRPr sz="1875" b="0">
                <a:solidFill>
                  <a:srgbClr val="DDE3E8"/>
                </a:solidFill>
                <a:latin typeface="DejaVu Sans"/>
                <a:ea typeface="DejaVu Sans"/>
                <a:cs typeface="DejaVu Sans"/>
              </a:defRPr>
            </a:lvl3pPr>
            <a:lvl4pPr algn="l">
              <a:defRPr sz="1875" b="0">
                <a:solidFill>
                  <a:srgbClr val="DDE3E8"/>
                </a:solidFill>
                <a:latin typeface="DejaVu Sans"/>
                <a:ea typeface="DejaVu Sans"/>
                <a:cs typeface="DejaVu Sans"/>
              </a:defRPr>
            </a:lvl4pPr>
            <a:lvl5pPr algn="l">
              <a:defRPr sz="1875" b="0">
                <a:solidFill>
                  <a:srgbClr val="DDE3E8"/>
                </a:solidFill>
                <a:latin typeface="DejaVu Sans"/>
                <a:ea typeface="DejaVu Sans"/>
                <a:cs typeface="DejaVu Sans"/>
              </a:defRPr>
            </a:lvl5pPr>
            <a:lvl6pPr algn="l">
              <a:defRPr sz="1875" b="0">
                <a:solidFill>
                  <a:srgbClr val="DDE3E8"/>
                </a:solidFill>
                <a:latin typeface="DejaVu Sans"/>
                <a:ea typeface="DejaVu Sans"/>
                <a:cs typeface="DejaVu Sans"/>
              </a:defRPr>
            </a:lvl6pPr>
            <a:lvl7pPr algn="l">
              <a:defRPr sz="1875" b="0">
                <a:solidFill>
                  <a:srgbClr val="DDE3E8"/>
                </a:solidFill>
                <a:latin typeface="DejaVu Sans"/>
                <a:ea typeface="DejaVu Sans"/>
                <a:cs typeface="DejaVu Sans"/>
              </a:defRPr>
            </a:lvl7pPr>
            <a:lvl8pPr algn="l">
              <a:defRPr sz="1875" b="0">
                <a:solidFill>
                  <a:srgbClr val="DDE3E8"/>
                </a:solidFill>
                <a:latin typeface="DejaVu Sans"/>
                <a:ea typeface="DejaVu Sans"/>
                <a:cs typeface="DejaVu Sans"/>
              </a:defRPr>
            </a:lvl8pPr>
            <a:lvl9pPr algn="l">
              <a:defRPr sz="1875" b="0">
                <a:solidFill>
                  <a:srgbClr val="DDE3E8"/>
                </a:solidFill>
                <a:latin typeface="DejaVu Sans"/>
                <a:ea typeface="DejaVu Sans"/>
                <a:cs typeface="DejaVu Sans"/>
              </a:defRPr>
            </a:lvl9pPr>
          </a:lstStyle>
          <a:p xmlns:a="http://schemas.openxmlformats.org/drawingml/2006/main">
            <a:pPr algn="l">
              <a:lnSpc>
                <a:spcPct val="104000"/>
              </a:lnSpc>
              <a:buNone/>
              <a:defRPr sz="1875" b="0">
                <a:solidFill>
                  <a:srgbClr val="DDE3E8"/>
                </a:solidFill>
                <a:latin typeface="DejaVu Sans"/>
                <a:ea typeface="DejaVu Sans"/>
                <a:cs typeface="DejaVu Sans"/>
              </a:defRPr>
            </a:pPr>
            <a:r>
              <a:rPr sz="1875" b="0">
                <a:solidFill>
                  <a:srgbClr val="DDE3E8"/>
                </a:solidFill>
                <a:latin typeface="DejaVu Sans"/>
                <a:ea typeface="DejaVu Sans"/>
                <a:cs typeface="DejaVu Sans"/>
              </a:rPr>
              <a:t>Layanan partner menghitung hasil dari tabel buku yang sebenarnya.</a:t>
            </a:r>
          </a:p>
        </p:txBody>
      </p:sp>
      <p:graphicFrame>
        <p:nvGraphicFramePr>
          <p:cNvPr id="3" name="">
            <a:extLst xmlns:a="http://schemas.openxmlformats.org/drawingml/2006/main">
              <a:ext uri="{FF2B5EF4-FFF2-40B4-BE49-F238E27FC236}">
                <a16:creationId xmlns:a16="http://schemas.microsoft.com/office/drawing/2014/main" id="{FDDE8799-E85A-4545-AC0F-8F6ED8E42BEA}"/>
              </a:ext>
            </a:extLst>
          </p:cNvPr>
          <p:cNvGraphicFramePr/>
          <p:nvPr/>
        </p:nvGraphicFramePr>
        <p:xfrm>
          <a:off xmlns:a="http://schemas.openxmlformats.org/drawingml/2006/main" x="609600" y="1762125"/>
          <a:ext xmlns:a="http://schemas.openxmlformats.org/drawingml/2006/main" cx="10972800" cy="3048000"/>
        </p:xfrm>
        <a:graphic xmlns:a="http://schemas.openxmlformats.org/drawingml/2006/main">
          <a:graphicData uri="http://schemas.openxmlformats.org/drawingml/2006/table">
            <a:tbl>
              <a:tblPr firstRow="0" firstCol="0" bandRow="0"/>
              <a:tblGrid>
                <a:gridCol w="4476750"/>
                <a:gridCol w="6496050"/>
              </a:tblGrid>
              <a:tr h="476250">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Bagian kode</a:t>
                      </a:r>
                    </a:p>
                  </a:txBody>
                  <a:tcPr marL="91440" marR="91440" marT="45720" marB="45720" anchor="ctr">
                    <a:lnL w="9525">
                      <a:solidFill>
                        <a:srgbClr val="34414C"/>
                      </a:solidFill>
                      <a:prstDash val="solid"/>
                    </a:lnL>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Pekerjaannya</a:t>
                      </a:r>
                    </a:p>
                  </a:txBody>
                  <a:tcPr marL="91440" marR="91440" marT="45720" marB="45720" anchor="ctr">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ringkasan()</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Menghitung jumlah judul, total stok dan</a:t>
                      </a:r>
                    </a:p>
                    <a:p>
                      <a:pPr algn="l">
                        <a:lnSpc>
                          <a:spcPct val="100000"/>
                        </a:lnSpc>
                        <a:buNone/>
                      </a:pPr>
                      <a:r>
                        <a:rPr sz="1950" b="0">
                          <a:solidFill>
                            <a:srgbClr val="DDE3E8"/>
                          </a:solidFill>
                          <a:latin typeface="DejaVu Sans"/>
                          <a:ea typeface="DejaVu Sans"/>
                          <a:cs typeface="DejaVu Sans"/>
                        </a:rPr>
                        <a:t>rata-rata harga buku.</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analitik()</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Menghasilkan data kategori serta daftar stok</a:t>
                      </a:r>
                    </a:p>
                    <a:p>
                      <a:pPr algn="l">
                        <a:lnSpc>
                          <a:spcPct val="100000"/>
                        </a:lnSpc>
                        <a:buNone/>
                      </a:pPr>
                      <a:r>
                        <a:rPr sz="1950" b="0">
                          <a:solidFill>
                            <a:srgbClr val="DDE3E8"/>
                          </a:solidFill>
                          <a:latin typeface="DejaVu Sans"/>
                          <a:ea typeface="DejaVu Sans"/>
                          <a:cs typeface="DejaVu Sans"/>
                        </a:rPr>
                        <a:t>rendah untuk Premium.</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[Op.lte]: 5</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Memilih buku dengan stok kurang dari atau</a:t>
                      </a:r>
                    </a:p>
                    <a:p>
                      <a:pPr algn="l">
                        <a:lnSpc>
                          <a:spcPct val="100000"/>
                        </a:lnSpc>
                        <a:buNone/>
                      </a:pPr>
                      <a:r>
                        <a:rPr sz="1950" b="0">
                          <a:solidFill>
                            <a:srgbClr val="DDE3E8"/>
                          </a:solidFill>
                          <a:latin typeface="DejaVu Sans"/>
                          <a:ea typeface="DejaVu Sans"/>
                          <a:cs typeface="DejaVu Sans"/>
                        </a:rPr>
                        <a:t>sama dengan 5.</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bl>
          </a:graphicData>
        </a:graphic>
      </p:graphicFrame>
      <p:sp>
        <p:nvSpPr>
          <p:cNvPr id="4" name="text-53">
            <a:extLst xmlns:a="http://schemas.openxmlformats.org/drawingml/2006/main">
              <a:ext uri="{FF2B5EF4-FFF2-40B4-BE49-F238E27FC236}">
                <a16:creationId xmlns:a16="http://schemas.microsoft.com/office/drawing/2014/main" id="{E5D43A74-6164-4D1F-848E-5E0315B9326B}"/>
              </a:ext>
            </a:extLst>
          </p:cNvPr>
          <p:cNvSpPr>
            <a:spLocks xmlns:a="http://schemas.openxmlformats.org/drawingml/2006/main" noGrp="1"/>
          </p:cNvSpPr>
          <p:nvPr/>
        </p:nvSpPr>
        <p:spPr>
          <a:xfrm xmlns:a="http://schemas.openxmlformats.org/drawingml/2006/main">
            <a:off x="609600" y="525780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87E5D0"/>
                </a:solidFill>
                <a:latin typeface="DejaVu Sans"/>
                <a:ea typeface="DejaVu Sans"/>
                <a:cs typeface="DejaVu Sans"/>
              </a:defRPr>
            </a:defPPr>
            <a:lvl1pPr algn="l">
              <a:defRPr sz="1950" b="0">
                <a:solidFill>
                  <a:srgbClr val="87E5D0"/>
                </a:solidFill>
                <a:latin typeface="DejaVu Sans"/>
                <a:ea typeface="DejaVu Sans"/>
                <a:cs typeface="DejaVu Sans"/>
              </a:defRPr>
            </a:lvl1pPr>
            <a:lvl2pPr algn="l">
              <a:defRPr sz="1950" b="0">
                <a:solidFill>
                  <a:srgbClr val="87E5D0"/>
                </a:solidFill>
                <a:latin typeface="DejaVu Sans"/>
                <a:ea typeface="DejaVu Sans"/>
                <a:cs typeface="DejaVu Sans"/>
              </a:defRPr>
            </a:lvl2pPr>
            <a:lvl3pPr algn="l">
              <a:defRPr sz="1950" b="0">
                <a:solidFill>
                  <a:srgbClr val="87E5D0"/>
                </a:solidFill>
                <a:latin typeface="DejaVu Sans"/>
                <a:ea typeface="DejaVu Sans"/>
                <a:cs typeface="DejaVu Sans"/>
              </a:defRPr>
            </a:lvl3pPr>
            <a:lvl4pPr algn="l">
              <a:defRPr sz="1950" b="0">
                <a:solidFill>
                  <a:srgbClr val="87E5D0"/>
                </a:solidFill>
                <a:latin typeface="DejaVu Sans"/>
                <a:ea typeface="DejaVu Sans"/>
                <a:cs typeface="DejaVu Sans"/>
              </a:defRPr>
            </a:lvl4pPr>
            <a:lvl5pPr algn="l">
              <a:defRPr sz="1950" b="0">
                <a:solidFill>
                  <a:srgbClr val="87E5D0"/>
                </a:solidFill>
                <a:latin typeface="DejaVu Sans"/>
                <a:ea typeface="DejaVu Sans"/>
                <a:cs typeface="DejaVu Sans"/>
              </a:defRPr>
            </a:lvl5pPr>
            <a:lvl6pPr algn="l">
              <a:defRPr sz="1950" b="0">
                <a:solidFill>
                  <a:srgbClr val="87E5D0"/>
                </a:solidFill>
                <a:latin typeface="DejaVu Sans"/>
                <a:ea typeface="DejaVu Sans"/>
                <a:cs typeface="DejaVu Sans"/>
              </a:defRPr>
            </a:lvl6pPr>
            <a:lvl7pPr algn="l">
              <a:defRPr sz="1950" b="0">
                <a:solidFill>
                  <a:srgbClr val="87E5D0"/>
                </a:solidFill>
                <a:latin typeface="DejaVu Sans"/>
                <a:ea typeface="DejaVu Sans"/>
                <a:cs typeface="DejaVu Sans"/>
              </a:defRPr>
            </a:lvl7pPr>
            <a:lvl8pPr algn="l">
              <a:defRPr sz="1950" b="0">
                <a:solidFill>
                  <a:srgbClr val="87E5D0"/>
                </a:solidFill>
                <a:latin typeface="DejaVu Sans"/>
                <a:ea typeface="DejaVu Sans"/>
                <a:cs typeface="DejaVu Sans"/>
              </a:defRPr>
            </a:lvl8pPr>
            <a:lvl9pPr algn="l">
              <a:defRPr sz="1950" b="0">
                <a:solidFill>
                  <a:srgbClr val="87E5D0"/>
                </a:solidFill>
                <a:latin typeface="DejaVu Sans"/>
                <a:ea typeface="DejaVu Sans"/>
                <a:cs typeface="DejaVu Sans"/>
              </a:defRPr>
            </a:lvl9pPr>
          </a:lstStyle>
          <a:p xmlns:a="http://schemas.openxmlformats.org/drawingml/2006/main">
            <a:pPr algn="l">
              <a:lnSpc>
                <a:spcPct val="104000"/>
              </a:lnSpc>
              <a:buNone/>
              <a:defRPr sz="1950" b="0">
                <a:solidFill>
                  <a:srgbClr val="87E5D0"/>
                </a:solidFill>
                <a:latin typeface="DejaVu Sans"/>
                <a:ea typeface="DejaVu Sans"/>
                <a:cs typeface="DejaVu Sans"/>
              </a:defRPr>
            </a:pPr>
            <a:r>
              <a:rPr sz="1950" b="0">
                <a:solidFill>
                  <a:srgbClr val="87E5D0"/>
                </a:solidFill>
                <a:latin typeface="DejaVu Sans"/>
                <a:ea typeface="DejaVu Sans"/>
                <a:cs typeface="DejaVu Sans"/>
              </a:rPr>
              <a:t>Seed: 5 judul, 49 stok, rata-rata Rp98.200. Stok rendah: 0 dan 4.</a:t>
            </a:r>
          </a:p>
        </p:txBody>
      </p:sp>
      <p:sp>
        <p:nvSpPr>
          <p:cNvPr id="5" name="text-54">
            <a:extLst xmlns:a="http://schemas.openxmlformats.org/drawingml/2006/main">
              <a:ext uri="{FF2B5EF4-FFF2-40B4-BE49-F238E27FC236}">
                <a16:creationId xmlns:a16="http://schemas.microsoft.com/office/drawing/2014/main" id="{32B43AB2-FF24-407E-BB4B-C42B5CFEE84E}"/>
              </a:ext>
            </a:extLst>
          </p:cNvPr>
          <p:cNvSpPr>
            <a:spLocks xmlns:a="http://schemas.openxmlformats.org/drawingml/2006/main" noGrp="1"/>
          </p:cNvSpPr>
          <p:nvPr/>
        </p:nvSpPr>
        <p:spPr>
          <a:xfrm xmlns:a="http://schemas.openxmlformats.org/drawingml/2006/main">
            <a:off x="609600" y="6562725"/>
            <a:ext cx="1005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EADB9"/>
                </a:solidFill>
                <a:latin typeface="DejaVu Sans"/>
                <a:ea typeface="DejaVu Sans"/>
                <a:cs typeface="DejaVu Sans"/>
              </a:defRPr>
            </a:defPPr>
            <a:lvl1pPr algn="l">
              <a:defRPr sz="1125" b="0">
                <a:solidFill>
                  <a:srgbClr val="9EADB9"/>
                </a:solidFill>
                <a:latin typeface="DejaVu Sans"/>
                <a:ea typeface="DejaVu Sans"/>
                <a:cs typeface="DejaVu Sans"/>
              </a:defRPr>
            </a:lvl1pPr>
            <a:lvl2pPr algn="l">
              <a:defRPr sz="1125" b="0">
                <a:solidFill>
                  <a:srgbClr val="9EADB9"/>
                </a:solidFill>
                <a:latin typeface="DejaVu Sans"/>
                <a:ea typeface="DejaVu Sans"/>
                <a:cs typeface="DejaVu Sans"/>
              </a:defRPr>
            </a:lvl2pPr>
            <a:lvl3pPr algn="l">
              <a:defRPr sz="1125" b="0">
                <a:solidFill>
                  <a:srgbClr val="9EADB9"/>
                </a:solidFill>
                <a:latin typeface="DejaVu Sans"/>
                <a:ea typeface="DejaVu Sans"/>
                <a:cs typeface="DejaVu Sans"/>
              </a:defRPr>
            </a:lvl3pPr>
            <a:lvl4pPr algn="l">
              <a:defRPr sz="1125" b="0">
                <a:solidFill>
                  <a:srgbClr val="9EADB9"/>
                </a:solidFill>
                <a:latin typeface="DejaVu Sans"/>
                <a:ea typeface="DejaVu Sans"/>
                <a:cs typeface="DejaVu Sans"/>
              </a:defRPr>
            </a:lvl4pPr>
            <a:lvl5pPr algn="l">
              <a:defRPr sz="1125" b="0">
                <a:solidFill>
                  <a:srgbClr val="9EADB9"/>
                </a:solidFill>
                <a:latin typeface="DejaVu Sans"/>
                <a:ea typeface="DejaVu Sans"/>
                <a:cs typeface="DejaVu Sans"/>
              </a:defRPr>
            </a:lvl5pPr>
            <a:lvl6pPr algn="l">
              <a:defRPr sz="1125" b="0">
                <a:solidFill>
                  <a:srgbClr val="9EADB9"/>
                </a:solidFill>
                <a:latin typeface="DejaVu Sans"/>
                <a:ea typeface="DejaVu Sans"/>
                <a:cs typeface="DejaVu Sans"/>
              </a:defRPr>
            </a:lvl6pPr>
            <a:lvl7pPr algn="l">
              <a:defRPr sz="1125" b="0">
                <a:solidFill>
                  <a:srgbClr val="9EADB9"/>
                </a:solidFill>
                <a:latin typeface="DejaVu Sans"/>
                <a:ea typeface="DejaVu Sans"/>
                <a:cs typeface="DejaVu Sans"/>
              </a:defRPr>
            </a:lvl7pPr>
            <a:lvl8pPr algn="l">
              <a:defRPr sz="1125" b="0">
                <a:solidFill>
                  <a:srgbClr val="9EADB9"/>
                </a:solidFill>
                <a:latin typeface="DejaVu Sans"/>
                <a:ea typeface="DejaVu Sans"/>
                <a:cs typeface="DejaVu Sans"/>
              </a:defRPr>
            </a:lvl8pPr>
            <a:lvl9pPr algn="l">
              <a:defRPr sz="1125" b="0">
                <a:solidFill>
                  <a:srgbClr val="9EADB9"/>
                </a:solidFill>
                <a:latin typeface="DejaVu Sans"/>
                <a:ea typeface="DejaVu Sans"/>
                <a:cs typeface="DejaVu Sans"/>
              </a:defRPr>
            </a:lvl9pPr>
          </a:lstStyle>
          <a:p xmlns:a="http://schemas.openxmlformats.org/drawingml/2006/main">
            <a:pPr algn="l">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Rafael 2/3   Kode: src/controllers/partner.js</a:t>
            </a:r>
          </a:p>
        </p:txBody>
      </p:sp>
      <p:sp>
        <p:nvSpPr>
          <p:cNvPr id="6" name="text-55">
            <a:extLst xmlns:a="http://schemas.openxmlformats.org/drawingml/2006/main">
              <a:ext uri="{FF2B5EF4-FFF2-40B4-BE49-F238E27FC236}">
                <a16:creationId xmlns:a16="http://schemas.microsoft.com/office/drawing/2014/main" id="{1324257F-BCE5-48B7-8C71-263BEA9A3286}"/>
              </a:ext>
            </a:extLst>
          </p:cNvPr>
          <p:cNvSpPr>
            <a:spLocks xmlns:a="http://schemas.openxmlformats.org/drawingml/2006/main" noGrp="1"/>
          </p:cNvSpPr>
          <p:nvPr/>
        </p:nvSpPr>
        <p:spPr>
          <a:xfrm xmlns:a="http://schemas.openxmlformats.org/drawingml/2006/main">
            <a:off x="10877550" y="6562725"/>
            <a:ext cx="704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9EADB9"/>
                </a:solidFill>
                <a:latin typeface="DejaVu Sans"/>
                <a:ea typeface="DejaVu Sans"/>
                <a:cs typeface="DejaVu Sans"/>
              </a:defRPr>
            </a:defPPr>
            <a:lvl1pPr algn="r">
              <a:defRPr sz="1125" b="0">
                <a:solidFill>
                  <a:srgbClr val="9EADB9"/>
                </a:solidFill>
                <a:latin typeface="DejaVu Sans"/>
                <a:ea typeface="DejaVu Sans"/>
                <a:cs typeface="DejaVu Sans"/>
              </a:defRPr>
            </a:lvl1pPr>
            <a:lvl2pPr algn="r">
              <a:defRPr sz="1125" b="0">
                <a:solidFill>
                  <a:srgbClr val="9EADB9"/>
                </a:solidFill>
                <a:latin typeface="DejaVu Sans"/>
                <a:ea typeface="DejaVu Sans"/>
                <a:cs typeface="DejaVu Sans"/>
              </a:defRPr>
            </a:lvl2pPr>
            <a:lvl3pPr algn="r">
              <a:defRPr sz="1125" b="0">
                <a:solidFill>
                  <a:srgbClr val="9EADB9"/>
                </a:solidFill>
                <a:latin typeface="DejaVu Sans"/>
                <a:ea typeface="DejaVu Sans"/>
                <a:cs typeface="DejaVu Sans"/>
              </a:defRPr>
            </a:lvl3pPr>
            <a:lvl4pPr algn="r">
              <a:defRPr sz="1125" b="0">
                <a:solidFill>
                  <a:srgbClr val="9EADB9"/>
                </a:solidFill>
                <a:latin typeface="DejaVu Sans"/>
                <a:ea typeface="DejaVu Sans"/>
                <a:cs typeface="DejaVu Sans"/>
              </a:defRPr>
            </a:lvl4pPr>
            <a:lvl5pPr algn="r">
              <a:defRPr sz="1125" b="0">
                <a:solidFill>
                  <a:srgbClr val="9EADB9"/>
                </a:solidFill>
                <a:latin typeface="DejaVu Sans"/>
                <a:ea typeface="DejaVu Sans"/>
                <a:cs typeface="DejaVu Sans"/>
              </a:defRPr>
            </a:lvl5pPr>
            <a:lvl6pPr algn="r">
              <a:defRPr sz="1125" b="0">
                <a:solidFill>
                  <a:srgbClr val="9EADB9"/>
                </a:solidFill>
                <a:latin typeface="DejaVu Sans"/>
                <a:ea typeface="DejaVu Sans"/>
                <a:cs typeface="DejaVu Sans"/>
              </a:defRPr>
            </a:lvl6pPr>
            <a:lvl7pPr algn="r">
              <a:defRPr sz="1125" b="0">
                <a:solidFill>
                  <a:srgbClr val="9EADB9"/>
                </a:solidFill>
                <a:latin typeface="DejaVu Sans"/>
                <a:ea typeface="DejaVu Sans"/>
                <a:cs typeface="DejaVu Sans"/>
              </a:defRPr>
            </a:lvl7pPr>
            <a:lvl8pPr algn="r">
              <a:defRPr sz="1125" b="0">
                <a:solidFill>
                  <a:srgbClr val="9EADB9"/>
                </a:solidFill>
                <a:latin typeface="DejaVu Sans"/>
                <a:ea typeface="DejaVu Sans"/>
                <a:cs typeface="DejaVu Sans"/>
              </a:defRPr>
            </a:lvl8pPr>
            <a:lvl9pPr algn="r">
              <a:defRPr sz="1125" b="0">
                <a:solidFill>
                  <a:srgbClr val="9EADB9"/>
                </a:solidFill>
                <a:latin typeface="DejaVu Sans"/>
                <a:ea typeface="DejaVu Sans"/>
                <a:cs typeface="DejaVu Sans"/>
              </a:defRPr>
            </a:lvl9pPr>
          </a:lstStyle>
          <a:p xmlns:a="http://schemas.openxmlformats.org/drawingml/2006/main">
            <a:pPr algn="r">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11/12</a:t>
            </a:r>
          </a:p>
        </p:txBody>
      </p:sp>
    </p:spTree>
    <p:extLst>
      <p:ext uri="{BB962C8B-B14F-4D97-AF65-F5344CB8AC3E}">
        <p14:creationId xmlns:p14="http://schemas.microsoft.com/office/powerpoint/2010/main" val="56727297"/>
      </p:ext>
    </p:extLst>
  </p:cSld>
</p:sld>
</file>

<file path=ppt/slides/slide12.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7" name="text-56">
            <a:extLst xmlns:a="http://schemas.openxmlformats.org/drawingml/2006/main">
              <a:ext uri="{FF2B5EF4-FFF2-40B4-BE49-F238E27FC236}">
                <a16:creationId xmlns:a16="http://schemas.microsoft.com/office/drawing/2014/main" id="{E53E20CB-B774-4676-85A8-C6788166B5F8}"/>
              </a:ext>
            </a:extLst>
          </p:cNvPr>
          <p:cNvSpPr>
            <a:spLocks xmlns:a="http://schemas.openxmlformats.org/drawingml/2006/main" noGrp="1"/>
          </p:cNvSpPr>
          <p:nvPr/>
        </p:nvSpPr>
        <p:spPr>
          <a:xfrm xmlns:a="http://schemas.openxmlformats.org/drawingml/2006/main">
            <a:off x="609600" y="409575"/>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F5F7FA"/>
                </a:solidFill>
                <a:latin typeface="DejaVu Sans"/>
                <a:ea typeface="DejaVu Sans"/>
                <a:cs typeface="DejaVu Sans"/>
              </a:defRPr>
            </a:defPPr>
            <a:lvl1pPr algn="l">
              <a:defRPr sz="3225" b="1">
                <a:solidFill>
                  <a:srgbClr val="F5F7FA"/>
                </a:solidFill>
                <a:latin typeface="DejaVu Sans"/>
                <a:ea typeface="DejaVu Sans"/>
                <a:cs typeface="DejaVu Sans"/>
              </a:defRPr>
            </a:lvl1pPr>
            <a:lvl2pPr algn="l">
              <a:defRPr sz="3225" b="1">
                <a:solidFill>
                  <a:srgbClr val="F5F7FA"/>
                </a:solidFill>
                <a:latin typeface="DejaVu Sans"/>
                <a:ea typeface="DejaVu Sans"/>
                <a:cs typeface="DejaVu Sans"/>
              </a:defRPr>
            </a:lvl2pPr>
            <a:lvl3pPr algn="l">
              <a:defRPr sz="3225" b="1">
                <a:solidFill>
                  <a:srgbClr val="F5F7FA"/>
                </a:solidFill>
                <a:latin typeface="DejaVu Sans"/>
                <a:ea typeface="DejaVu Sans"/>
                <a:cs typeface="DejaVu Sans"/>
              </a:defRPr>
            </a:lvl3pPr>
            <a:lvl4pPr algn="l">
              <a:defRPr sz="3225" b="1">
                <a:solidFill>
                  <a:srgbClr val="F5F7FA"/>
                </a:solidFill>
                <a:latin typeface="DejaVu Sans"/>
                <a:ea typeface="DejaVu Sans"/>
                <a:cs typeface="DejaVu Sans"/>
              </a:defRPr>
            </a:lvl4pPr>
            <a:lvl5pPr algn="l">
              <a:defRPr sz="3225" b="1">
                <a:solidFill>
                  <a:srgbClr val="F5F7FA"/>
                </a:solidFill>
                <a:latin typeface="DejaVu Sans"/>
                <a:ea typeface="DejaVu Sans"/>
                <a:cs typeface="DejaVu Sans"/>
              </a:defRPr>
            </a:lvl5pPr>
            <a:lvl6pPr algn="l">
              <a:defRPr sz="3225" b="1">
                <a:solidFill>
                  <a:srgbClr val="F5F7FA"/>
                </a:solidFill>
                <a:latin typeface="DejaVu Sans"/>
                <a:ea typeface="DejaVu Sans"/>
                <a:cs typeface="DejaVu Sans"/>
              </a:defRPr>
            </a:lvl6pPr>
            <a:lvl7pPr algn="l">
              <a:defRPr sz="3225" b="1">
                <a:solidFill>
                  <a:srgbClr val="F5F7FA"/>
                </a:solidFill>
                <a:latin typeface="DejaVu Sans"/>
                <a:ea typeface="DejaVu Sans"/>
                <a:cs typeface="DejaVu Sans"/>
              </a:defRPr>
            </a:lvl7pPr>
            <a:lvl8pPr algn="l">
              <a:defRPr sz="3225" b="1">
                <a:solidFill>
                  <a:srgbClr val="F5F7FA"/>
                </a:solidFill>
                <a:latin typeface="DejaVu Sans"/>
                <a:ea typeface="DejaVu Sans"/>
                <a:cs typeface="DejaVu Sans"/>
              </a:defRPr>
            </a:lvl8pPr>
            <a:lvl9pPr algn="l">
              <a:defRPr sz="3225" b="1">
                <a:solidFill>
                  <a:srgbClr val="F5F7FA"/>
                </a:solidFill>
                <a:latin typeface="DejaVu Sans"/>
                <a:ea typeface="DejaVu Sans"/>
                <a:cs typeface="DejaVu Sans"/>
              </a:defRPr>
            </a:lvl9pPr>
          </a:lstStyle>
          <a:p xmlns:a="http://schemas.openxmlformats.org/drawingml/2006/main">
            <a:pPr algn="l">
              <a:lnSpc>
                <a:spcPct val="104000"/>
              </a:lnSpc>
              <a:buNone/>
              <a:defRPr sz="3225" b="1">
                <a:solidFill>
                  <a:srgbClr val="F5F7FA"/>
                </a:solidFill>
                <a:latin typeface="DejaVu Sans"/>
                <a:ea typeface="DejaVu Sans"/>
                <a:cs typeface="DejaVu Sans"/>
              </a:defRPr>
            </a:pPr>
            <a:r>
              <a:rPr sz="3225" b="1">
                <a:solidFill>
                  <a:srgbClr val="F5F7FA"/>
                </a:solidFill>
                <a:latin typeface="DejaVu Sans"/>
                <a:ea typeface="DejaVu Sans"/>
                <a:cs typeface="DejaVu Sans"/>
              </a:rPr>
              <a:t>Proteksi alur pembelian</a:t>
            </a:r>
          </a:p>
        </p:txBody>
      </p:sp>
      <p:sp>
        <p:nvSpPr>
          <p:cNvPr id="2" name="text-57">
            <a:extLst xmlns:a="http://schemas.openxmlformats.org/drawingml/2006/main">
              <a:ext uri="{FF2B5EF4-FFF2-40B4-BE49-F238E27FC236}">
                <a16:creationId xmlns:a16="http://schemas.microsoft.com/office/drawing/2014/main" id="{395B54DA-1528-4562-8C35-9139C0A45A44}"/>
              </a:ext>
            </a:extLst>
          </p:cNvPr>
          <p:cNvSpPr>
            <a:spLocks xmlns:a="http://schemas.openxmlformats.org/drawingml/2006/main" noGrp="1"/>
          </p:cNvSpPr>
          <p:nvPr/>
        </p:nvSpPr>
        <p:spPr>
          <a:xfrm xmlns:a="http://schemas.openxmlformats.org/drawingml/2006/main">
            <a:off x="609600" y="1152525"/>
            <a:ext cx="109728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3E8"/>
                </a:solidFill>
                <a:latin typeface="DejaVu Sans"/>
                <a:ea typeface="DejaVu Sans"/>
                <a:cs typeface="DejaVu Sans"/>
              </a:defRPr>
            </a:defPPr>
            <a:lvl1pPr algn="l">
              <a:defRPr sz="1875" b="0">
                <a:solidFill>
                  <a:srgbClr val="DDE3E8"/>
                </a:solidFill>
                <a:latin typeface="DejaVu Sans"/>
                <a:ea typeface="DejaVu Sans"/>
                <a:cs typeface="DejaVu Sans"/>
              </a:defRPr>
            </a:lvl1pPr>
            <a:lvl2pPr algn="l">
              <a:defRPr sz="1875" b="0">
                <a:solidFill>
                  <a:srgbClr val="DDE3E8"/>
                </a:solidFill>
                <a:latin typeface="DejaVu Sans"/>
                <a:ea typeface="DejaVu Sans"/>
                <a:cs typeface="DejaVu Sans"/>
              </a:defRPr>
            </a:lvl2pPr>
            <a:lvl3pPr algn="l">
              <a:defRPr sz="1875" b="0">
                <a:solidFill>
                  <a:srgbClr val="DDE3E8"/>
                </a:solidFill>
                <a:latin typeface="DejaVu Sans"/>
                <a:ea typeface="DejaVu Sans"/>
                <a:cs typeface="DejaVu Sans"/>
              </a:defRPr>
            </a:lvl3pPr>
            <a:lvl4pPr algn="l">
              <a:defRPr sz="1875" b="0">
                <a:solidFill>
                  <a:srgbClr val="DDE3E8"/>
                </a:solidFill>
                <a:latin typeface="DejaVu Sans"/>
                <a:ea typeface="DejaVu Sans"/>
                <a:cs typeface="DejaVu Sans"/>
              </a:defRPr>
            </a:lvl4pPr>
            <a:lvl5pPr algn="l">
              <a:defRPr sz="1875" b="0">
                <a:solidFill>
                  <a:srgbClr val="DDE3E8"/>
                </a:solidFill>
                <a:latin typeface="DejaVu Sans"/>
                <a:ea typeface="DejaVu Sans"/>
                <a:cs typeface="DejaVu Sans"/>
              </a:defRPr>
            </a:lvl5pPr>
            <a:lvl6pPr algn="l">
              <a:defRPr sz="1875" b="0">
                <a:solidFill>
                  <a:srgbClr val="DDE3E8"/>
                </a:solidFill>
                <a:latin typeface="DejaVu Sans"/>
                <a:ea typeface="DejaVu Sans"/>
                <a:cs typeface="DejaVu Sans"/>
              </a:defRPr>
            </a:lvl6pPr>
            <a:lvl7pPr algn="l">
              <a:defRPr sz="1875" b="0">
                <a:solidFill>
                  <a:srgbClr val="DDE3E8"/>
                </a:solidFill>
                <a:latin typeface="DejaVu Sans"/>
                <a:ea typeface="DejaVu Sans"/>
                <a:cs typeface="DejaVu Sans"/>
              </a:defRPr>
            </a:lvl7pPr>
            <a:lvl8pPr algn="l">
              <a:defRPr sz="1875" b="0">
                <a:solidFill>
                  <a:srgbClr val="DDE3E8"/>
                </a:solidFill>
                <a:latin typeface="DejaVu Sans"/>
                <a:ea typeface="DejaVu Sans"/>
                <a:cs typeface="DejaVu Sans"/>
              </a:defRPr>
            </a:lvl8pPr>
            <a:lvl9pPr algn="l">
              <a:defRPr sz="1875" b="0">
                <a:solidFill>
                  <a:srgbClr val="DDE3E8"/>
                </a:solidFill>
                <a:latin typeface="DejaVu Sans"/>
                <a:ea typeface="DejaVu Sans"/>
                <a:cs typeface="DejaVu Sans"/>
              </a:defRPr>
            </a:lvl9pPr>
          </a:lstStyle>
          <a:p xmlns:a="http://schemas.openxmlformats.org/drawingml/2006/main">
            <a:pPr algn="l">
              <a:lnSpc>
                <a:spcPct val="104000"/>
              </a:lnSpc>
              <a:buNone/>
              <a:defRPr sz="1875" b="0">
                <a:solidFill>
                  <a:srgbClr val="DDE3E8"/>
                </a:solidFill>
                <a:latin typeface="DejaVu Sans"/>
                <a:ea typeface="DejaVu Sans"/>
                <a:cs typeface="DejaVu Sans"/>
              </a:defRPr>
            </a:pPr>
            <a:r>
              <a:rPr sz="1875" b="0">
                <a:solidFill>
                  <a:srgbClr val="DDE3E8"/>
                </a:solidFill>
                <a:latin typeface="DejaVu Sans"/>
                <a:ea typeface="DejaVu Sans"/>
                <a:cs typeface="DejaVu Sans"/>
              </a:rPr>
              <a:t>Pelanggan memakai jalur layanan sesuai paket, sementara admin mengelola sumber data.</a:t>
            </a:r>
          </a:p>
        </p:txBody>
      </p:sp>
      <p:graphicFrame>
        <p:nvGraphicFramePr>
          <p:cNvPr id="3" name="">
            <a:extLst xmlns:a="http://schemas.openxmlformats.org/drawingml/2006/main">
              <a:ext uri="{FF2B5EF4-FFF2-40B4-BE49-F238E27FC236}">
                <a16:creationId xmlns:a16="http://schemas.microsoft.com/office/drawing/2014/main" id="{52821D8E-75F4-43DD-A176-E0B764D69F9B}"/>
              </a:ext>
            </a:extLst>
          </p:cNvPr>
          <p:cNvGraphicFramePr/>
          <p:nvPr/>
        </p:nvGraphicFramePr>
        <p:xfrm>
          <a:off xmlns:a="http://schemas.openxmlformats.org/drawingml/2006/main" x="609600" y="1762125"/>
          <a:ext xmlns:a="http://schemas.openxmlformats.org/drawingml/2006/main" cx="10972800" cy="3048000"/>
        </p:xfrm>
        <a:graphic xmlns:a="http://schemas.openxmlformats.org/drawingml/2006/main">
          <a:graphicData uri="http://schemas.openxmlformats.org/drawingml/2006/table">
            <a:tbl>
              <a:tblPr firstRow="0" firstCol="0" bandRow="0"/>
              <a:tblGrid>
                <a:gridCol w="4476750"/>
                <a:gridCol w="6496050"/>
              </a:tblGrid>
              <a:tr h="476250">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Bagian kode</a:t>
                      </a:r>
                    </a:p>
                  </a:txBody>
                  <a:tcPr marL="91440" marR="91440" marT="45720" marB="45720" anchor="ctr">
                    <a:lnL w="9525">
                      <a:solidFill>
                        <a:srgbClr val="34414C"/>
                      </a:solidFill>
                      <a:prstDash val="solid"/>
                    </a:lnL>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c>
                  <a:txBody>
                    <a:bodyPr wrap="square" lIns="171450" tIns="95250" rIns="171450" bIns="95250">
                      <a:noAutofit/>
                    </a:bodyPr>
                    <a:lstStyle/>
                    <a:p>
                      <a:pPr algn="l">
                        <a:lnSpc>
                          <a:spcPct val="100000"/>
                        </a:lnSpc>
                        <a:buNone/>
                      </a:pPr>
                      <a:r>
                        <a:rPr sz="1875" b="1">
                          <a:solidFill>
                            <a:srgbClr val="F5F7FA"/>
                          </a:solidFill>
                          <a:latin typeface="DejaVu Sans"/>
                          <a:ea typeface="DejaVu Sans"/>
                          <a:cs typeface="DejaVu Sans"/>
                        </a:rPr>
                        <a:t>Pekerjaannya</a:t>
                      </a:r>
                    </a:p>
                  </a:txBody>
                  <a:tcPr marL="91440" marR="91440" marT="45720" marB="45720" anchor="ctr">
                    <a:lnR w="9525">
                      <a:solidFill>
                        <a:srgbClr val="34414C"/>
                      </a:solidFill>
                      <a:prstDash val="solid"/>
                    </a:lnR>
                    <a:lnT w="9525">
                      <a:solidFill>
                        <a:srgbClr val="34414C"/>
                      </a:solidFill>
                      <a:prstDash val="solid"/>
                    </a:lnT>
                    <a:lnB w="9525">
                      <a:solidFill>
                        <a:srgbClr val="34414C"/>
                      </a:solidFill>
                      <a:prstDash val="solid"/>
                    </a:lnB>
                    <a:solidFill>
                      <a:srgbClr val="1B2934"/>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checkRoles("admin")</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Melindungi CRUD buku sumber agar tidak</a:t>
                      </a:r>
                    </a:p>
                    <a:p>
                      <a:pPr algn="l">
                        <a:lnSpc>
                          <a:spcPct val="100000"/>
                        </a:lnSpc>
                        <a:buNone/>
                      </a:pPr>
                      <a:r>
                        <a:rPr sz="1950" b="0">
                          <a:solidFill>
                            <a:srgbClr val="DDE3E8"/>
                          </a:solidFill>
                          <a:latin typeface="DejaVu Sans"/>
                          <a:ea typeface="DejaVu Sans"/>
                          <a:cs typeface="DejaVu Sans"/>
                        </a:rPr>
                        <a:t>melewati paket.</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setLevel()</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Menutup upgrade langsung dengan 410 untuk</a:t>
                      </a:r>
                    </a:p>
                    <a:p>
                      <a:pPr algn="l">
                        <a:lnSpc>
                          <a:spcPct val="100000"/>
                        </a:lnSpc>
                        <a:buNone/>
                      </a:pPr>
                      <a:r>
                        <a:rPr sz="1950" b="0">
                          <a:solidFill>
                            <a:srgbClr val="DDE3E8"/>
                          </a:solidFill>
                          <a:latin typeface="DejaVu Sans"/>
                          <a:ea typeface="DejaVu Sans"/>
                          <a:cs typeface="DejaVu Sans"/>
                        </a:rPr>
                        <a:t>admin.</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r h="857250">
                <a:tc>
                  <a:txBody>
                    <a:bodyPr wrap="square" lIns="171450" tIns="95250" rIns="171450" bIns="95250">
                      <a:noAutofit/>
                    </a:bodyPr>
                    <a:lstStyle/>
                    <a:p>
                      <a:pPr algn="l">
                        <a:lnSpc>
                          <a:spcPct val="100000"/>
                        </a:lnSpc>
                        <a:buNone/>
                      </a:pPr>
                      <a:r>
                        <a:rPr sz="1800" b="0">
                          <a:solidFill>
                            <a:srgbClr val="87E5D0"/>
                          </a:solidFill>
                          <a:latin typeface="DejaVu Sans Mono"/>
                          <a:ea typeface="DejaVu Sans Mono"/>
                          <a:cs typeface="DejaVu Sans Mono"/>
                        </a:rPr>
                        <a:t>getPayment()</a:t>
                      </a:r>
                    </a:p>
                  </a:txBody>
                  <a:tcPr marL="91440" marR="91440" marT="45720" marB="45720" anchor="ctr">
                    <a:lnL w="9525">
                      <a:solidFill>
                        <a:srgbClr val="34414C"/>
                      </a:solidFill>
                      <a:prstDash val="solid"/>
                    </a:lnL>
                    <a:lnR w="9525">
                      <a:solidFill>
                        <a:srgbClr val="34414C"/>
                      </a:solidFill>
                      <a:prstDash val="solid"/>
                    </a:lnR>
                    <a:lnB w="9525">
                      <a:solidFill>
                        <a:srgbClr val="34414C"/>
                      </a:solidFill>
                      <a:prstDash val="solid"/>
                    </a:lnB>
                    <a:solidFill>
                      <a:srgbClr val="101820"/>
                    </a:solidFill>
                  </a:tcPr>
                </a:tc>
                <a:tc>
                  <a:txBody>
                    <a:bodyPr wrap="square" lIns="171450" tIns="95250" rIns="171450" bIns="95250">
                      <a:noAutofit/>
                    </a:bodyPr>
                    <a:lstStyle/>
                    <a:p>
                      <a:pPr algn="l">
                        <a:lnSpc>
                          <a:spcPct val="100000"/>
                        </a:lnSpc>
                        <a:buNone/>
                      </a:pPr>
                      <a:r>
                        <a:rPr sz="1950" b="0">
                          <a:solidFill>
                            <a:srgbClr val="DDE3E8"/>
                          </a:solidFill>
                          <a:latin typeface="DejaVu Sans"/>
                          <a:ea typeface="DejaVu Sans"/>
                          <a:cs typeface="DejaVu Sans"/>
                        </a:rPr>
                        <a:t>Membatasi detail invoice kepada pemilik atau</a:t>
                      </a:r>
                    </a:p>
                    <a:p>
                      <a:pPr algn="l">
                        <a:lnSpc>
                          <a:spcPct val="100000"/>
                        </a:lnSpc>
                        <a:buNone/>
                      </a:pPr>
                      <a:r>
                        <a:rPr sz="1950" b="0">
                          <a:solidFill>
                            <a:srgbClr val="DDE3E8"/>
                          </a:solidFill>
                          <a:latin typeface="DejaVu Sans"/>
                          <a:ea typeface="DejaVu Sans"/>
                          <a:cs typeface="DejaVu Sans"/>
                        </a:rPr>
                        <a:t>admin.</a:t>
                      </a:r>
                    </a:p>
                  </a:txBody>
                  <a:tcPr marL="91440" marR="91440" marT="45720" marB="45720" anchor="ctr">
                    <a:lnR w="9525">
                      <a:solidFill>
                        <a:srgbClr val="34414C"/>
                      </a:solidFill>
                      <a:prstDash val="solid"/>
                    </a:lnR>
                    <a:lnB w="9525">
                      <a:solidFill>
                        <a:srgbClr val="34414C"/>
                      </a:solidFill>
                      <a:prstDash val="solid"/>
                    </a:lnB>
                    <a:solidFill>
                      <a:srgbClr val="101820"/>
                    </a:solidFill>
                  </a:tcPr>
                </a:tc>
              </a:tr>
            </a:tbl>
          </a:graphicData>
        </a:graphic>
      </p:graphicFrame>
      <p:sp>
        <p:nvSpPr>
          <p:cNvPr id="4" name="text-58">
            <a:extLst xmlns:a="http://schemas.openxmlformats.org/drawingml/2006/main">
              <a:ext uri="{FF2B5EF4-FFF2-40B4-BE49-F238E27FC236}">
                <a16:creationId xmlns:a16="http://schemas.microsoft.com/office/drawing/2014/main" id="{9C18E723-D68B-4802-B4F3-08F6322B5AA3}"/>
              </a:ext>
            </a:extLst>
          </p:cNvPr>
          <p:cNvSpPr>
            <a:spLocks xmlns:a="http://schemas.openxmlformats.org/drawingml/2006/main" noGrp="1"/>
          </p:cNvSpPr>
          <p:nvPr/>
        </p:nvSpPr>
        <p:spPr>
          <a:xfrm xmlns:a="http://schemas.openxmlformats.org/drawingml/2006/main">
            <a:off x="609600" y="5257800"/>
            <a:ext cx="109728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87E5D0"/>
                </a:solidFill>
                <a:latin typeface="DejaVu Sans"/>
                <a:ea typeface="DejaVu Sans"/>
                <a:cs typeface="DejaVu Sans"/>
              </a:defRPr>
            </a:defPPr>
            <a:lvl1pPr algn="l">
              <a:defRPr sz="1950" b="0">
                <a:solidFill>
                  <a:srgbClr val="87E5D0"/>
                </a:solidFill>
                <a:latin typeface="DejaVu Sans"/>
                <a:ea typeface="DejaVu Sans"/>
                <a:cs typeface="DejaVu Sans"/>
              </a:defRPr>
            </a:lvl1pPr>
            <a:lvl2pPr algn="l">
              <a:defRPr sz="1950" b="0">
                <a:solidFill>
                  <a:srgbClr val="87E5D0"/>
                </a:solidFill>
                <a:latin typeface="DejaVu Sans"/>
                <a:ea typeface="DejaVu Sans"/>
                <a:cs typeface="DejaVu Sans"/>
              </a:defRPr>
            </a:lvl2pPr>
            <a:lvl3pPr algn="l">
              <a:defRPr sz="1950" b="0">
                <a:solidFill>
                  <a:srgbClr val="87E5D0"/>
                </a:solidFill>
                <a:latin typeface="DejaVu Sans"/>
                <a:ea typeface="DejaVu Sans"/>
                <a:cs typeface="DejaVu Sans"/>
              </a:defRPr>
            </a:lvl3pPr>
            <a:lvl4pPr algn="l">
              <a:defRPr sz="1950" b="0">
                <a:solidFill>
                  <a:srgbClr val="87E5D0"/>
                </a:solidFill>
                <a:latin typeface="DejaVu Sans"/>
                <a:ea typeface="DejaVu Sans"/>
                <a:cs typeface="DejaVu Sans"/>
              </a:defRPr>
            </a:lvl4pPr>
            <a:lvl5pPr algn="l">
              <a:defRPr sz="1950" b="0">
                <a:solidFill>
                  <a:srgbClr val="87E5D0"/>
                </a:solidFill>
                <a:latin typeface="DejaVu Sans"/>
                <a:ea typeface="DejaVu Sans"/>
                <a:cs typeface="DejaVu Sans"/>
              </a:defRPr>
            </a:lvl5pPr>
            <a:lvl6pPr algn="l">
              <a:defRPr sz="1950" b="0">
                <a:solidFill>
                  <a:srgbClr val="87E5D0"/>
                </a:solidFill>
                <a:latin typeface="DejaVu Sans"/>
                <a:ea typeface="DejaVu Sans"/>
                <a:cs typeface="DejaVu Sans"/>
              </a:defRPr>
            </a:lvl6pPr>
            <a:lvl7pPr algn="l">
              <a:defRPr sz="1950" b="0">
                <a:solidFill>
                  <a:srgbClr val="87E5D0"/>
                </a:solidFill>
                <a:latin typeface="DejaVu Sans"/>
                <a:ea typeface="DejaVu Sans"/>
                <a:cs typeface="DejaVu Sans"/>
              </a:defRPr>
            </a:lvl7pPr>
            <a:lvl8pPr algn="l">
              <a:defRPr sz="1950" b="0">
                <a:solidFill>
                  <a:srgbClr val="87E5D0"/>
                </a:solidFill>
                <a:latin typeface="DejaVu Sans"/>
                <a:ea typeface="DejaVu Sans"/>
                <a:cs typeface="DejaVu Sans"/>
              </a:defRPr>
            </a:lvl8pPr>
            <a:lvl9pPr algn="l">
              <a:defRPr sz="1950" b="0">
                <a:solidFill>
                  <a:srgbClr val="87E5D0"/>
                </a:solidFill>
                <a:latin typeface="DejaVu Sans"/>
                <a:ea typeface="DejaVu Sans"/>
                <a:cs typeface="DejaVu Sans"/>
              </a:defRPr>
            </a:lvl9pPr>
          </a:lstStyle>
          <a:p xmlns:a="http://schemas.openxmlformats.org/drawingml/2006/main">
            <a:pPr algn="l">
              <a:lnSpc>
                <a:spcPct val="104000"/>
              </a:lnSpc>
              <a:buNone/>
              <a:defRPr sz="1950" b="0">
                <a:solidFill>
                  <a:srgbClr val="87E5D0"/>
                </a:solidFill>
                <a:latin typeface="DejaVu Sans"/>
                <a:ea typeface="DejaVu Sans"/>
                <a:cs typeface="DejaVu Sans"/>
              </a:defRPr>
            </a:pPr>
            <a:r>
              <a:rPr sz="1950" b="0">
                <a:solidFill>
                  <a:srgbClr val="87E5D0"/>
                </a:solidFill>
                <a:latin typeface="DejaVu Sans"/>
                <a:ea typeface="DejaVu Sans"/>
                <a:cs typeface="DejaVu Sans"/>
              </a:rPr>
              <a:t>Hasil uji: 43 tes integrasi dan 46 request Postman lulus tanpa kegagalan.</a:t>
            </a:r>
          </a:p>
        </p:txBody>
      </p:sp>
      <p:sp>
        <p:nvSpPr>
          <p:cNvPr id="5" name="text-59">
            <a:extLst xmlns:a="http://schemas.openxmlformats.org/drawingml/2006/main">
              <a:ext uri="{FF2B5EF4-FFF2-40B4-BE49-F238E27FC236}">
                <a16:creationId xmlns:a16="http://schemas.microsoft.com/office/drawing/2014/main" id="{0F269FBF-E201-4B3D-8D2E-A59B9788E667}"/>
              </a:ext>
            </a:extLst>
          </p:cNvPr>
          <p:cNvSpPr>
            <a:spLocks xmlns:a="http://schemas.openxmlformats.org/drawingml/2006/main" noGrp="1"/>
          </p:cNvSpPr>
          <p:nvPr/>
        </p:nvSpPr>
        <p:spPr>
          <a:xfrm xmlns:a="http://schemas.openxmlformats.org/drawingml/2006/main">
            <a:off x="609600" y="6562725"/>
            <a:ext cx="1005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9EADB9"/>
                </a:solidFill>
                <a:latin typeface="DejaVu Sans"/>
                <a:ea typeface="DejaVu Sans"/>
                <a:cs typeface="DejaVu Sans"/>
              </a:defRPr>
            </a:defPPr>
            <a:lvl1pPr algn="l">
              <a:defRPr sz="1125" b="0">
                <a:solidFill>
                  <a:srgbClr val="9EADB9"/>
                </a:solidFill>
                <a:latin typeface="DejaVu Sans"/>
                <a:ea typeface="DejaVu Sans"/>
                <a:cs typeface="DejaVu Sans"/>
              </a:defRPr>
            </a:lvl1pPr>
            <a:lvl2pPr algn="l">
              <a:defRPr sz="1125" b="0">
                <a:solidFill>
                  <a:srgbClr val="9EADB9"/>
                </a:solidFill>
                <a:latin typeface="DejaVu Sans"/>
                <a:ea typeface="DejaVu Sans"/>
                <a:cs typeface="DejaVu Sans"/>
              </a:defRPr>
            </a:lvl2pPr>
            <a:lvl3pPr algn="l">
              <a:defRPr sz="1125" b="0">
                <a:solidFill>
                  <a:srgbClr val="9EADB9"/>
                </a:solidFill>
                <a:latin typeface="DejaVu Sans"/>
                <a:ea typeface="DejaVu Sans"/>
                <a:cs typeface="DejaVu Sans"/>
              </a:defRPr>
            </a:lvl3pPr>
            <a:lvl4pPr algn="l">
              <a:defRPr sz="1125" b="0">
                <a:solidFill>
                  <a:srgbClr val="9EADB9"/>
                </a:solidFill>
                <a:latin typeface="DejaVu Sans"/>
                <a:ea typeface="DejaVu Sans"/>
                <a:cs typeface="DejaVu Sans"/>
              </a:defRPr>
            </a:lvl4pPr>
            <a:lvl5pPr algn="l">
              <a:defRPr sz="1125" b="0">
                <a:solidFill>
                  <a:srgbClr val="9EADB9"/>
                </a:solidFill>
                <a:latin typeface="DejaVu Sans"/>
                <a:ea typeface="DejaVu Sans"/>
                <a:cs typeface="DejaVu Sans"/>
              </a:defRPr>
            </a:lvl5pPr>
            <a:lvl6pPr algn="l">
              <a:defRPr sz="1125" b="0">
                <a:solidFill>
                  <a:srgbClr val="9EADB9"/>
                </a:solidFill>
                <a:latin typeface="DejaVu Sans"/>
                <a:ea typeface="DejaVu Sans"/>
                <a:cs typeface="DejaVu Sans"/>
              </a:defRPr>
            </a:lvl6pPr>
            <a:lvl7pPr algn="l">
              <a:defRPr sz="1125" b="0">
                <a:solidFill>
                  <a:srgbClr val="9EADB9"/>
                </a:solidFill>
                <a:latin typeface="DejaVu Sans"/>
                <a:ea typeface="DejaVu Sans"/>
                <a:cs typeface="DejaVu Sans"/>
              </a:defRPr>
            </a:lvl7pPr>
            <a:lvl8pPr algn="l">
              <a:defRPr sz="1125" b="0">
                <a:solidFill>
                  <a:srgbClr val="9EADB9"/>
                </a:solidFill>
                <a:latin typeface="DejaVu Sans"/>
                <a:ea typeface="DejaVu Sans"/>
                <a:cs typeface="DejaVu Sans"/>
              </a:defRPr>
            </a:lvl8pPr>
            <a:lvl9pPr algn="l">
              <a:defRPr sz="1125" b="0">
                <a:solidFill>
                  <a:srgbClr val="9EADB9"/>
                </a:solidFill>
                <a:latin typeface="DejaVu Sans"/>
                <a:ea typeface="DejaVu Sans"/>
                <a:cs typeface="DejaVu Sans"/>
              </a:defRPr>
            </a:lvl9pPr>
          </a:lstStyle>
          <a:p xmlns:a="http://schemas.openxmlformats.org/drawingml/2006/main">
            <a:pPr algn="l">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Rafael 3/3   Kode: app.js, src/controllers/apiKey.js, src/services/billing.js</a:t>
            </a:r>
          </a:p>
        </p:txBody>
      </p:sp>
      <p:sp>
        <p:nvSpPr>
          <p:cNvPr id="6" name="text-60">
            <a:extLst xmlns:a="http://schemas.openxmlformats.org/drawingml/2006/main">
              <a:ext uri="{FF2B5EF4-FFF2-40B4-BE49-F238E27FC236}">
                <a16:creationId xmlns:a16="http://schemas.microsoft.com/office/drawing/2014/main" id="{C8062A23-F9E3-4935-B5AB-D2B207AFBDCC}"/>
              </a:ext>
            </a:extLst>
          </p:cNvPr>
          <p:cNvSpPr>
            <a:spLocks xmlns:a="http://schemas.openxmlformats.org/drawingml/2006/main" noGrp="1"/>
          </p:cNvSpPr>
          <p:nvPr/>
        </p:nvSpPr>
        <p:spPr>
          <a:xfrm xmlns:a="http://schemas.openxmlformats.org/drawingml/2006/main">
            <a:off x="10877550" y="6562725"/>
            <a:ext cx="7048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125" b="0">
                <a:solidFill>
                  <a:srgbClr val="9EADB9"/>
                </a:solidFill>
                <a:latin typeface="DejaVu Sans"/>
                <a:ea typeface="DejaVu Sans"/>
                <a:cs typeface="DejaVu Sans"/>
              </a:defRPr>
            </a:defPPr>
            <a:lvl1pPr algn="r">
              <a:defRPr sz="1125" b="0">
                <a:solidFill>
                  <a:srgbClr val="9EADB9"/>
                </a:solidFill>
                <a:latin typeface="DejaVu Sans"/>
                <a:ea typeface="DejaVu Sans"/>
                <a:cs typeface="DejaVu Sans"/>
              </a:defRPr>
            </a:lvl1pPr>
            <a:lvl2pPr algn="r">
              <a:defRPr sz="1125" b="0">
                <a:solidFill>
                  <a:srgbClr val="9EADB9"/>
                </a:solidFill>
                <a:latin typeface="DejaVu Sans"/>
                <a:ea typeface="DejaVu Sans"/>
                <a:cs typeface="DejaVu Sans"/>
              </a:defRPr>
            </a:lvl2pPr>
            <a:lvl3pPr algn="r">
              <a:defRPr sz="1125" b="0">
                <a:solidFill>
                  <a:srgbClr val="9EADB9"/>
                </a:solidFill>
                <a:latin typeface="DejaVu Sans"/>
                <a:ea typeface="DejaVu Sans"/>
                <a:cs typeface="DejaVu Sans"/>
              </a:defRPr>
            </a:lvl3pPr>
            <a:lvl4pPr algn="r">
              <a:defRPr sz="1125" b="0">
                <a:solidFill>
                  <a:srgbClr val="9EADB9"/>
                </a:solidFill>
                <a:latin typeface="DejaVu Sans"/>
                <a:ea typeface="DejaVu Sans"/>
                <a:cs typeface="DejaVu Sans"/>
              </a:defRPr>
            </a:lvl4pPr>
            <a:lvl5pPr algn="r">
              <a:defRPr sz="1125" b="0">
                <a:solidFill>
                  <a:srgbClr val="9EADB9"/>
                </a:solidFill>
                <a:latin typeface="DejaVu Sans"/>
                <a:ea typeface="DejaVu Sans"/>
                <a:cs typeface="DejaVu Sans"/>
              </a:defRPr>
            </a:lvl5pPr>
            <a:lvl6pPr algn="r">
              <a:defRPr sz="1125" b="0">
                <a:solidFill>
                  <a:srgbClr val="9EADB9"/>
                </a:solidFill>
                <a:latin typeface="DejaVu Sans"/>
                <a:ea typeface="DejaVu Sans"/>
                <a:cs typeface="DejaVu Sans"/>
              </a:defRPr>
            </a:lvl6pPr>
            <a:lvl7pPr algn="r">
              <a:defRPr sz="1125" b="0">
                <a:solidFill>
                  <a:srgbClr val="9EADB9"/>
                </a:solidFill>
                <a:latin typeface="DejaVu Sans"/>
                <a:ea typeface="DejaVu Sans"/>
                <a:cs typeface="DejaVu Sans"/>
              </a:defRPr>
            </a:lvl7pPr>
            <a:lvl8pPr algn="r">
              <a:defRPr sz="1125" b="0">
                <a:solidFill>
                  <a:srgbClr val="9EADB9"/>
                </a:solidFill>
                <a:latin typeface="DejaVu Sans"/>
                <a:ea typeface="DejaVu Sans"/>
                <a:cs typeface="DejaVu Sans"/>
              </a:defRPr>
            </a:lvl8pPr>
            <a:lvl9pPr algn="r">
              <a:defRPr sz="1125" b="0">
                <a:solidFill>
                  <a:srgbClr val="9EADB9"/>
                </a:solidFill>
                <a:latin typeface="DejaVu Sans"/>
                <a:ea typeface="DejaVu Sans"/>
                <a:cs typeface="DejaVu Sans"/>
              </a:defRPr>
            </a:lvl9pPr>
          </a:lstStyle>
          <a:p xmlns:a="http://schemas.openxmlformats.org/drawingml/2006/main">
            <a:pPr algn="r">
              <a:lnSpc>
                <a:spcPct val="104000"/>
              </a:lnSpc>
              <a:buNone/>
              <a:defRPr sz="1125" b="0">
                <a:solidFill>
                  <a:srgbClr val="9EADB9"/>
                </a:solidFill>
                <a:latin typeface="DejaVu Sans"/>
                <a:ea typeface="DejaVu Sans"/>
                <a:cs typeface="DejaVu Sans"/>
              </a:defRPr>
            </a:pPr>
            <a:r>
              <a:rPr sz="1125" b="0">
                <a:solidFill>
                  <a:srgbClr val="9EADB9"/>
                </a:solidFill>
                <a:latin typeface="DejaVu Sans"/>
                <a:ea typeface="DejaVu Sans"/>
                <a:cs typeface="DejaVu Sans"/>
              </a:rPr>
              <a:t>12/12</a:t>
            </a:r>
          </a:p>
        </p:txBody>
      </p:sp>
    </p:spTree>
    <p:extLst>
      <p:ext uri="{BB962C8B-B14F-4D97-AF65-F5344CB8AC3E}">
        <p14:creationId xmlns:p14="http://schemas.microsoft.com/office/powerpoint/2010/main" val="4168946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2026-10-26T16:34:38.3510000Z</dcterms:created>
  <dcterms:modified xsi:type="dcterms:W3CDTF">2026-10-26T16:34:38.3510000Z</dcterms:modified>
</coreProperties>
</file>